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5"/>
  </p:notesMasterIdLst>
  <p:sldIdLst>
    <p:sldId id="256" r:id="rId2"/>
    <p:sldId id="278" r:id="rId3"/>
    <p:sldId id="277" r:id="rId4"/>
    <p:sldId id="268" r:id="rId5"/>
    <p:sldId id="257" r:id="rId6"/>
    <p:sldId id="292" r:id="rId7"/>
    <p:sldId id="293" r:id="rId8"/>
    <p:sldId id="267" r:id="rId9"/>
    <p:sldId id="259" r:id="rId10"/>
    <p:sldId id="264" r:id="rId11"/>
    <p:sldId id="294" r:id="rId12"/>
    <p:sldId id="279" r:id="rId13"/>
    <p:sldId id="265" r:id="rId14"/>
    <p:sldId id="266" r:id="rId15"/>
    <p:sldId id="281" r:id="rId16"/>
    <p:sldId id="295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80" r:id="rId25"/>
    <p:sldId id="282" r:id="rId26"/>
    <p:sldId id="311" r:id="rId27"/>
    <p:sldId id="312" r:id="rId28"/>
    <p:sldId id="314" r:id="rId29"/>
    <p:sldId id="313" r:id="rId30"/>
    <p:sldId id="283" r:id="rId31"/>
    <p:sldId id="284" r:id="rId32"/>
    <p:sldId id="285" r:id="rId33"/>
    <p:sldId id="286" r:id="rId34"/>
    <p:sldId id="289" r:id="rId35"/>
    <p:sldId id="287" r:id="rId36"/>
    <p:sldId id="290" r:id="rId37"/>
    <p:sldId id="288" r:id="rId38"/>
    <p:sldId id="291" r:id="rId39"/>
    <p:sldId id="258" r:id="rId40"/>
    <p:sldId id="296" r:id="rId41"/>
    <p:sldId id="303" r:id="rId42"/>
    <p:sldId id="297" r:id="rId43"/>
    <p:sldId id="299" r:id="rId44"/>
    <p:sldId id="300" r:id="rId45"/>
    <p:sldId id="301" r:id="rId46"/>
    <p:sldId id="302" r:id="rId47"/>
    <p:sldId id="305" r:id="rId48"/>
    <p:sldId id="304" r:id="rId49"/>
    <p:sldId id="306" r:id="rId50"/>
    <p:sldId id="307" r:id="rId51"/>
    <p:sldId id="308" r:id="rId52"/>
    <p:sldId id="309" r:id="rId53"/>
    <p:sldId id="310" r:id="rId5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959" autoAdjust="0"/>
    <p:restoredTop sz="94660"/>
  </p:normalViewPr>
  <p:slideViewPr>
    <p:cSldViewPr snapToGrid="0">
      <p:cViewPr varScale="1">
        <p:scale>
          <a:sx n="74" d="100"/>
          <a:sy n="74" d="100"/>
        </p:scale>
        <p:origin x="4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372.98804" units="1/cm"/>
          <inkml:channelProperty channel="Y" name="resolution" value="650.78448" units="1/cm"/>
          <inkml:channelProperty channel="T" name="resolution" value="1" units="1/dev"/>
        </inkml:channelProperties>
      </inkml:inkSource>
      <inkml:timestamp xml:id="ts0" timeString="2025-09-11T02:43:48.946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3358 11008 0,'0'0'0,"0"0"0,0 0 0,0 0 0,0 0 0,0 0 0,0 0 0,0 0 0,0 0 0,0 0 0,0-1 0,0 1 0,0 0 0,0 0 16,0 0-16,0-2 0,0 2 16,3-3-16,-2-3 15,-1 6-15,6-10 16,-6 10-16,7-9 16,2-5-16,1-3 15,-10 17-15,13-18 0,-1-3 16,6-4-16,-3 1 15,-3 2-15,2 3 16,-14 19-16,12-20 16,-1-1-16,-11 21 15,15-22-15,-4-2 16,-2 0-16,-9 24 16,6-23-16,-6 23 15,4-19-15,-4 19 16,0-18-16,0 18 15,-6-18-15,6 18 0,-7-14 16,7 14-16,-10-10 16,4 7-16,6 3 15,-12 6-15,4 1 16,-5 5-16,13-12 16,-9 15-16,-4 1 15,13-16-15,-7 18 16,1 1-16,5 1 15,1-20-15,4 18 16,3-1-16,10-4 0,-17-13 16,17 12-16,7-11 15,1 2-15,3-6 16,-28 3-16,25-1 16,1-2-16,-26 3 15,22-9-15,-22 9 16,23-6-16,-23 6 15,22-7-15,-22 7 16,24-6-16,-24 6 16,18-1-16,-18 1 0,11 1 15,-11-1-15,9 4 16,-12 3-16,-4 6 16,-9-2-16,16-11 15,-11 14-15,-3 4 16,0 4-16,14-22 15,-13 23-15,13-23 16,-15 24-16,-1 3 16,16-27-16,-8 27 15,2 0-15,6-27 16,0 25-16,6-3 0,-6-22 16,10 14-16,7-5 15,1-7-15,-18-2 16,23 0-16,-5-4 15,-18 4-15,21-6 16,-21 6-16,14-6 16,-14 6-16,10-8 15,-10 8-15,5-7 16,2 5-16,-1 3 16,4 0-16</inkml:trace>
  <inkml:trace contextRef="#ctx0" brushRef="#br0" timeOffset="562.54">4208 10855 0,'0'0'0,"0"0"0,0 0 0,2 2 16,2 1-16,-4-3 16,10 4-16,2-1 15,2-1-15,-14-2 16,23 0-16,2-2 15,-25 2-15,28-5 16,6 1-16,-1 0 0,-4 3 16,-29 1-16,27-6 15,-27 6-15,21-1 16,-21 1-16,19-2 16,-19 2-16,12-1 15,-12 1-15,8 2 16,-8-2-16,2 1 15</inkml:trace>
  <inkml:trace contextRef="#ctx0" brushRef="#br0" timeOffset="891.02">4220 11032 0,'0'0'0,"0"0"0,0 0 0,0 0 16,0 0-16,3-2 15,4 1-15,-7 1 16,16 1-16,4-2 16,5 0-16,-25 1 15,29-1-15,1-3 16,4-1-16,-34 5 0,28-3 16,-28 3-16,29-1 15,-29 1-15</inkml:trace>
  <inkml:trace contextRef="#ctx0" brushRef="#br0" timeOffset="10033.06">5004 10641 0,'0'0'0,"0"0"0,0 0 0,2-4 0,-2 4 16,1-4-16,-1 4 0,0 3 15,1 4-15,-1-7 16,1 16-16,-1 5 16,0 9-16,0-4 15,0-26-15,-6 30 16,0-2-16,3 5 15,3-33-15,-6 30 16,6-30-16,-4 27 16,4-27-16,-2 26 15,2-26-15,0 24 0,0-24 16,-1 16-16,1-16 16,-5 15-16,-3-11 15</inkml:trace>
  <inkml:trace contextRef="#ctx0" brushRef="#br0" timeOffset="10658.03">5156 10706 0,'0'0'0,"0"0"0,0 0 16,4-4-16,-4 4 15,1-6-15,-1 6 16,3-10-16,-3 10 16,0-9-16,0 9 0,3-9 15,2 0-15,-5 9 16,13-8-16,5 4 15,7 5-15,-25-1 16,21 4-16,2 6 16,-23-10-16,20 12 15,-4 4-15,-16-16 16,12 22-16,-4 1 16,-8-23-16,-2 26 15,-2 2-15,-10-2 16,14-26-16,-18 22 0,-2-2 15,20-20-15,-23 15 16,4 1-16,19-16 16,-20 13-16,20-13 15,-16 10-15,16-10 16,-10 7-16,10-7 16,-6 4-16,15-2 15,11-3-15,4 1 16,8-4-16,0 0 0,1 4 15,-1-1-15,-32 1 16,33-5-16,-4 4 16,2-3-16,-31 4 15,26 3-15,-26-3 16,19 4-16,-19-4 16,13 7-16,-7 3 15,-6-10-15,-3 15 16,-8 0-16</inkml:trace>
  <inkml:trace contextRef="#ctx0" brushRef="#br0" timeOffset="11064.71">4869 11254 0,'0'0'0,"0"0"0,11 0 0,12-6 0,4 1 16,3 4-16,5 1 15,-3-2-15,-1 4 16,5 0-16,0-2 16,1-1-16,-1 4 15,1-6-15,-3 2 16,4-3-16,-38 4 16,35-1-16,1-2 0,-36 3 15,31-2-15,-31 2 16,25-2-16,-25 2 15,19 0-15,-10 1 16,-9-1-16</inkml:trace>
  <inkml:trace contextRef="#ctx0" brushRef="#br0" timeOffset="11470.95">5031 11419 0,'0'0'0,"0"0"0,1 6 0,-1-6 16,12 4-16,-3 8 15,-9-12-15,9 19 0,-2 6 16,-4 4-16,-3 1 16,-3-2-16,-4-2 15,7-26-15,-5 26 16,0-1-16,2-1 16,0 0-16,1-2 15,2-22-15,-4 20 16,4-20-16,-6 16 15,6-16-15,-5 14 16,-1-2-16,3-14 16</inkml:trace>
  <inkml:trace contextRef="#ctx0" brushRef="#br0" timeOffset="12002.21">5284 11463 0,'0'0'0,"0"0"0,6-1 0,7 0 16,-13 1-16,18-1 15,1-1-15,-19 2 16,21 2-16,1 3 15,-22-5-15,19 11 16,-2 4-16,-17-15 16,13 19-16,-6 1 15,-7-20-15,3 21 16,-6 1-16,-5 1 0,8-23 16,-11 19-16,-3-1 15,14-18-15,-19 20 16,19-20-16,-19 16 15,19-16-15,-14 15 16,14-15-16,-14 13 16,14-13-16,-6 8 15,9-4-15,11-1 16,8-6-16,5 1 16,4 0-16,1 2 0,1-1 15,1 1 1,-4-1-16,-30 1 0,28 0 15,-28 0-15,25 0 16,-25 0-16,16 0 16,-16 0-16,10 3 15,-10-2-15,-7-10 16</inkml:trace>
  <inkml:trace contextRef="#ctx0" brushRef="#br0" timeOffset="12424.06">5870 10901 0,'0'0'0,"0"0"0,6 2 0,-6-2 16,12 7-16,0 1 15,-12-8-15,17 14 16,1 2-16,-18-16 15,25 20-15,-8-2 16,6 1-16,2-3 16,-25-16-16,20 16 0,3 0 15,2 0-15,-25-16 16,19 17-16,-19-17 16,16 16-16,-16-16 15,13 15-15,-13-15 16,4 14-16,-11-9 15,-3-11-15</inkml:trace>
  <inkml:trace contextRef="#ctx0" brushRef="#br0" timeOffset="12689.68">6074 10881 0,'0'0'0,"0"0"0,0 4 0,0-4 15,-4 10-15,-1 4 16,-5 6-16,-8 4 16,-1-2-16,-5 4 0,-1-2 15,-4-2-15,4 0 16,-2 1-16,27-23 15,-22 20-15,22-20 16</inkml:trace>
  <inkml:trace contextRef="#ctx0" brushRef="#br0" timeOffset="13095.97">6567 10572 0,'0'0'0,"0"0"0,4 5 0,2 5 0,-6-10 16,5 16-16,-2 5 16,-5 8-16,1 3 15,-1-4-15,-2 0 16,-1-2-16,-3 2 16,2-2-16,6-26 15,-3 25-15,2 2 16,1-27-16,0 31 15,3-3-15,-2-2 16,-1-26-16,-1 28 0,1-28 16,-3 18-16</inkml:trace>
  <inkml:trace contextRef="#ctx0" brushRef="#br0" timeOffset="13424.67">6379 11123 0,'0'0'15,"0"0"-15,0 0 0,0 0 0,0 0 0,5-5 16,5-1-16,7-1 15,11-1-15,-2 2 16,5 0-16,6-1 16,0 0-16,5 0 15,2 3 1,-4-2-16,3 2 0,-3 1 0,-9 2 16,-4 4-16,-27-3 15,25 5-15,-25-5 16,12 6-16</inkml:trace>
  <inkml:trace contextRef="#ctx0" brushRef="#br0" timeOffset="13768.39">6366 11309 0,'0'0'0,"0"0"0,0 0 0,0 0 16,2 6-16,1 3 0,-3-9 15,2 16-15,1 6 16,-2 7-16,1 1 15,-3-1-15,0-1 16,-1-1-16,-1-2 16,3-25-16,-4 26 15,-1 1-15,5-27 16,-8 29-16,3-5 16,5-24-16,-7 28 15,1-17-15</inkml:trace>
  <inkml:trace contextRef="#ctx0" brushRef="#br0" timeOffset="14190.26">6567 11342 0,'0'0'0,"0"0"0,10 0 0,3 0 0,5-3 0,-18 3 16,22 3-16,-2 4 15,-20-7-15,21 11 16,-8 4-16,-13-15 16,12 22-16,-6 1 15,-6-23-15,0 21 16,-7 2-16,7-23 15,-13 22-15,13-22 16,-15 18-16,-4-2 16,19-16-16,-24 6 0,-2-7 15,7-9-15,-1-2 16,-2-4-16,22 16 16,-13-19-16,0-2 15,2 0-15,11 21 16,-7-22-16,4 5 15,3 17-15,6-15 16,5 4-16,6-7 16</inkml:trace>
  <inkml:trace contextRef="#ctx0" brushRef="#br0" timeOffset="14737.18">6803 11323 0,'0'0'0,"0"0"0,6 0 0,-6 0 0,16 2 16,0-1-16,-16-1 15,23 3-15,-23-3 16,24 0-16,-24 0 16,22 5-16,-2 3 15,-20-8-15,21 11 16,-8 2-16,-13-13 16,7 20-16,1-3 15,-8-17-15,8 20 0,-8-20 16,0 15-1,-5 0-15,5-15 0,-15 10 16,-6-4 0,21-6-16,-26 0 0,2-1 15,24 1-15,-25-6 16,8-3-16,2-2 16,2-5-16,2-2 15,2-3-15,9 21 16,-6-22-16,6 22 0,-4-21 15,4 21-15,-2-20 16,7 1-16,-5 19 16,16-15-16</inkml:trace>
  <inkml:trace contextRef="#ctx0" brushRef="#br0" timeOffset="15237.14">7409 10819 0,'0'0'0,"0"0"0,4 0 0,-4 0 0,13-1 16,6 1-16,-19 0 16,25 0-16,1-2 15,-26 2-15,37-1 0,-5-4 16,-32 5-16,34-1 15,-34 1-15,29-3 16,-29 3-16,23 0 16,-23 0-16,18 0 15,-18 0-15</inkml:trace>
  <inkml:trace contextRef="#ctx0" brushRef="#br0" timeOffset="15455.93">7492 10973 0,'0'0'0,"0"0"0,6 2 0,9-3 15,5-1-15,11 4 16,6-2-16,0 2 0,5 1 15,-2 1-15,-1-1 16,-4-4-16</inkml:trace>
  <inkml:trace contextRef="#ctx0" brushRef="#br0" timeOffset="29333.73">2826 12859 0,'0'0'0,"0"0"0,0 0 0,0 0 16,0 0-16,1 5 16,-1 3-16,0-8 0,-1 15 15,-2 5-15,-3 5 16,2 2-16,1 1 15,3 1-15,-5-1 16,1 3-16,0-1 16,1 2-16,-2-3 15,5-29-15,0 30 16,2 0-16,-2-30 16,1 29-16,1 0 15,-2-29-15,3 28 0,-3-28 16,4 22-16,-4-22 15,4 18-15,7-6 16,6-4-16,3-8 16,0-1-16,5-5 15,1 2-15,0 1 16,-3 0-16,2 0 16,-1 1-16,-24 2 15,25-2-15,-25 2 16,23-1-16,-23 1 15,23-2-15,-23 2 0,19 1 16,-7 0-16,-12-1 16</inkml:trace>
  <inkml:trace contextRef="#ctx0" brushRef="#br0" timeOffset="29661.9">2791 13157 0,'0'0'0,"0"0"0,3-3 16,-3 3-16,7-7 15,5 1-15,6 2 16,4-1-16,0 3 16,5 1-16,-2 1 15,2-2-15,4-3 0,-1 2 16,-3 2-16,-27 1 16,28-3-16,-28 3 15,22-4-15</inkml:trace>
  <inkml:trace contextRef="#ctx0" brushRef="#br0" timeOffset="29864.98">2730 12870 0,'0'0'0,"9"-5"0,14-2 0,6 1 15,11-2-15,2 0 16,6 3-16,-3-2 16,0-2-16</inkml:trace>
  <inkml:trace contextRef="#ctx0" brushRef="#br0" timeOffset="30193.15">3487 12906 0,'0'0'0,"-3"9"0,-2 8 0,4 5 16,1 6-16,-5 3 15,3-1-15,-1 4 16,1-1-16,0 0 16,4 4-16,-4-3 15,2-1-15,0-33 16,0 31-16,0-31 15,0 26-15,2-5 0</inkml:trace>
  <inkml:trace contextRef="#ctx0" brushRef="#br0" timeOffset="30896.24">3419 12882 0,'0'0'0,"0"0"0,0 0 0,3-2 16,7-1-16,3 6 15,4 0-15,2 8 16,-19-11-16,21 11 15,-3 7-15,4 5 16,-2 0-16,-6 4 16,2 4-16,-7-2 15,3-1-15,-1-1 0,-5-1 16,-6-26-16,7 27 16,-1-2-16,-6-25 15,3 25-15,-3-25 16,1 18-16,-1-18 15,3 12-15,0-12 16,4-14-16,2-7 16,1-5-16,3 0 15,0-2-15,0-2 16,2-2-16,2 3 16,-1-4-16,4 5 0,-1 2 15,1 1-15,-20 25 16,19-20-16,0 3 15,-19 17-15,21-15 16,-21 15-16,20-9 16,-3 14-16,3 8 15,-3 5-15,-2 7 16,-5 3-16,0 2 16,-4 6-16,1-2 15,-1 1-15,-3 2 0,0-1 16,-3 2-16,0 2 15,-2-3-15,1-2 16,1-3-16,1-4 16,-2-4-16,-2-1 15,3-23-15,-5 20 16,5-20-16,-3 18 16,-2-10-16,2-15 15,3-8-15</inkml:trace>
  <inkml:trace contextRef="#ctx0" brushRef="#br0" timeOffset="31302.92">4246 12855 0,'0'0'0,"0"0"0,0 3 0,6 5 0,-3 6 15,-3-14-15,7 16 16,3 9-16,-7 4 16,1 7-16,-1 0 15,-1 3-15,-1-2 16,1 2-16,0-5 15,-2 4-15,2-1 16,5-1-16,-4-3 16,-3 0-16,0-2 15,0-31-15,3 28 0,0-3 16,-3-25-16,3 23 16,-3-23-16,1 20 15,-1-20-15,6 15 16,1-9-16,2-12 15</inkml:trace>
  <inkml:trace contextRef="#ctx0" brushRef="#br0" timeOffset="31725.2">4897 13251 0,'0'0'0,"0"0"0,0 0 15,0 0-15,0 0 16,7 3-16,7 1 16,-14-4-16,21 2 15,11 1-15,8-2 16,-1 0-16,3-2 16,0 1-16,-9 0 0,0 1 15,-2 3-15,-4-5 16,-5-1-16,-22 2 15,25 3-15,-25-3 16,15 3-16,-15-3 16,14 6-16,-11-2 15,-3-4-15,-9 0 16</inkml:trace>
  <inkml:trace contextRef="#ctx0" brushRef="#br0" timeOffset="32100.21">4909 13459 0,'0'0'0,"0"0"0,5 0 15,-5 0-15,10 0 0,4 0 16,11 0-16,6-2 16,-2 1-16,4 2 15,2 0-15,-2-1 16,3-1-16,-4-2 16,1 0-16,-33 3 15,32 0-15,-3 0 16,-29 0-16,29 3 15,-29-3-15,25 3 16,-25-3-16,17 4 16,-8-1-16,-11 4 15,-7-7-15</inkml:trace>
  <inkml:trace contextRef="#ctx0" brushRef="#br0" timeOffset="35569.38">16159 2884 0,'0'0'0,"0"0"0,0 0 16,-1-7 0,1 7-16,0-8 0,0 8 0,-1-11 15,1 11-15,2-8 16,-2 8-16,7-8 0,7 1 15,3 0-15,-17 7 16,21-4-16,1 3 16,9 0-16,-1 0 15,4 1-15,3 0 16,-1 0-16,2 0 16,2 0-16,2 0 15,3 1-15,5-1 16,-4-1-16,7 1 15,3-1-15,1 0 16,1 1-16,4-1 0,-1 2 16,1-1-16,3 0 15,-3 0-15,-2 1 16,-6 1-16,1-1 16,-2 6-16,2-3 15,-10 0-15,4 2 16,-7-2-16,1 0 15,-8 0-15,-35-4 16,35 2-16,-35-2 0,29 2 16,-29-2-16,23 0 15,-23 0-15,15-1 16,-15 1-16,8 0 16,-8 0-16,7-4 15,-7 4-15,0-8 16,0 8-16,1-9 15,-5 4-15</inkml:trace>
  <inkml:trace contextRef="#ctx0" brushRef="#br0" timeOffset="36835">10798 4314 0,'0'0'0,"0"0"0,6-3 0,-6 3 16,6-4-16,7 2 16,10 3-16,5 5 15,6-3-15,3 0 16,4 0-16,0-3 16,0-4-16,2 1 15,-6-8-15,-2-3 16,-35 14-16,32-17 0,-6-3 15,-14-2-15</inkml:trace>
  <inkml:trace contextRef="#ctx0" brushRef="#br0" timeOffset="87331.05">5900 13059 0,'0'0'0,"0"0"0,0 0 0,2 0 0,-2 0 0,0-1 16,0 1-16,3 0 16,-3 0-16,6-1 15,-6 1-15,10 0 16,4 0-16,-14 0 15,18 2-15,0-2 16,6 0-16,-24 0 16,23 3-16,1-4 15,4 2-15,1-4 0,-29 3 16,26-1-16,-26 1 16,23-1-16,-23 1 15,19 2-15,-19-2 16,14 3-16,-8 3 15,-6-6-15,-5 4 16,-4-4-16</inkml:trace>
  <inkml:trace contextRef="#ctx0" brushRef="#br0" timeOffset="88096.64">5883 13066 0,'0'0'0,"0"0"0,0 0 0,2-1 0,-2 1 16,0-1-16,0 1 15,0-1-15,0 1 16,0 3-16,0-3 0,-3 7 15,-2 7-15,5-14 16,-6 16-16,-2 4 16,8-20-16,-7 21 15,0 0-15,7-21 16,-8 24-16,8-24 16,-7 20-16,7-20 15,-1 19-15,1-19 16,4 18-16,-1-2 0,-3-16 15,9 11-15,-9-11 16,8 7-16,-8-7 16,14 0-16,0-3 15,-14 3-15,12-8 16,5 0-16,-17 8 16,18-7-16,-18 7 15,18-7-15,-18 7 16,19-7-16,-19 7 15,23-3-15,-3 5 16,-1 6-16,-2-2 0,2 0 16,-19-6-16,13 12 15,-13-12-15,11 14 16,-5 4-16,-3 3 16,-1 1-16,-2-22 15,-5 22-15,-3 0 16,8-22-16,-10 21 15,-4 0-15,-6-5 16,0-2-16,0-1 16,20-13-16,-23 9 15,1-1-15,-3-2 0,2-4 16,23-2-16,-24-2 16,4 1-16,20 1 15,-24-3-15,24 3 16,-21-4-16,21 4 15,-21-5-15,21 5 16,-17-4-16,17 4 16,-13-4-16,9-2 15,4 6-15</inkml:trace>
  <inkml:trace contextRef="#ctx0" brushRef="#br0" timeOffset="88456.05">6202 13446 0,'0'0'0,"0"0"0,0 4 0,0-4 15,-6 11-15,0 3 0,-3 4 16,9-18-16,-11 21 15,0 4-15,11-25 16,-10 23-16,10-23 16,-12 23-16,4-10 15</inkml:trace>
  <inkml:trace contextRef="#ctx0" brushRef="#br0" timeOffset="89003.32">6420 13178 0,'0'0'0,"0"0"0,0 0 0,0 0 0,-4 5 16,-2 2-16,6-7 16,-7 15-16,-5 5 15,-3 6-15,7 1 16,-5 0-16,13-27 16,-10 29-16,4 2 15,6-31-15,-7 33 16,8-1-16,-1-32 15,9 26-15,1-7 16,6-7-16,-16-12 16,20 5-16,5-8 0,1-5 15,-6-5-15,0-7 16,-7-3-16,-3-1 16,-10 24-16,8-25 15,-2 1-15,-12-3 16,6 27-16,-9-25 15,-4 1-15,13 24 16,-22-18-16,1 4 16,21 14-16,-27-8 15,27 8-15,-24-6 16</inkml:trace>
  <inkml:trace contextRef="#ctx0" brushRef="#br0" timeOffset="89503.32">6702 13141 0,'0'0'0,"0"0"16,0 0-16,-3 1 0,-8 3 15,11-4-15,-12 12 16,-6 2-16,1 6 16,-3 3-16,3-2 15,17-21-15,-12 22 16,2 4-16,1-2 16,7 2-16,2-26 15,1 25-15,7 2 16,2-2-16,-10-25 0,18 20 15,2-7-15,5-1 16,-25-12-16,27 1 16,0-10-16,-1-3 15,-2-6-15,-5-4 16,-2-2-16,-6-7 16,-5 1-16,-4 3 15,1 1-15,-8 2 16,-1 2-16,6 22 15,-11-19-15,-6 3 0,-6 4 16,-2 8-16,-1 3 16,4 7-16,22-6 15,-21 11-15</inkml:trace>
  <inkml:trace contextRef="#ctx0" brushRef="#br0" timeOffset="89768.9">6948 13459 0,'0'0'0,"-2"7"0,-3 3 16,-1 9-16,6-19 15,-8 21-15,-2 4 16,-5 1-16,15-26 16,-17 27-16,17-27 0,-15 24 15,15-24-15,-17 18 16,11-11-16</inkml:trace>
  <inkml:trace contextRef="#ctx0" brushRef="#br0" timeOffset="90237.7">7186 13199 0,'0'0'0,"0"0"15,0 1-15,0-1 0,-7 1 16,-1 9-16,-4 7 16,2 8-16,-2 3 15,-2 0-15,6-2 16,0 1-16,-1-1 16,8-2-16,1-24 15,1 24-15,-1-24 16,4 21-16,7-6 0,-11-15 15,14 8-15,4-7 16,7-7-16,-3-7 16,-22 13-16,19-19 15,0-4-15,-3-9 16,-6 0-16,-10 32 16,6-30-16,-3 2 15,-3 28-15,-8-26 16,-7 7-16,-7 0 0,1 6 15,-3 8-15,-1 3 16,25 2-16,-21 2 16,21-2-16</inkml:trace>
  <inkml:trace contextRef="#ctx0" brushRef="#br0" timeOffset="90659.54">7550 13205 0,'0'0'0,"0"0"0,-4 0 16,-7 4-16,11-4 15,-14 4-15,-4 4 16,-6 4-16,2 2 15,2 0-15,20-14 16,-19 17-16,2 3 16,5 3-16,2 3 0,6-1 15,8-1-15,-4-24 16,5 22-16,9-4 16,4 4-16,2-8 15,-20-14-15,28 9 16,1-6-16,2-5 15,-31 2-15,32-11 16,-1-3-16,-2-11 16,-10 0-16,-7 0 15,-3-2-15,-13 5 16,-1 1-16,-6 5 0,-4 2 16,-4 4-16,-5 3 15,-2 5-15,1-1 16</inkml:trace>
  <inkml:trace contextRef="#ctx0" brushRef="#br0" timeOffset="92159.58">7793 13240 0,'0'0'0,"0"0"0,0 0 0,-2 0 0,2 0 15,-4 1-15,4-1 16,-5 0-16,5 0 16,-4 2-16,4-2 15,-6 3-15,-1 4 16,7-7-16,-9 11 16,9-11-16,-12 10 15,0 5-15,12-15 16,-15 20-16,5 3 15,-2-2-15,4 1 16,8-22-16,-6 22 0,3-3 16,3-19-16,5 20 15,3 0-15,3-3 16,4-2-16,3-1 16,3-7-16,2-1 15,1-6-15,-1-3 16,6 2-16,-29 1 15,26-7-15,0-3 16,-26 10-16,28-17 16,-4-6-16,-24 23 0,19-27 15,-6 0-15,-13 27 16,7-28-16,-18 4 16,-4 1-16,-7 6 15,-2 6-15,0 4 16,24 7-16,-24-3 15</inkml:trace>
  <inkml:trace contextRef="#ctx0" brushRef="#br0" timeOffset="92956.92">8268 13260 0,'0'0'0,"0"0"0,0 0 0,0 0 0,0 0 15,5 1-15,3 1 16,-8-2-16,10 7 15,5 3-15,2-1 16,4 5-16,-2 2 16,0-2-16,3 1 15,1 2-15,5 0 16,-4 0-16,1-4 16,-3 4-16,1-3 15,-23-14-15,17 15 0,-17-15 16,17 13-16,-17-13 15,9 10-15,-4-7 16,-12-12-16,0-7 16</inkml:trace>
  <inkml:trace contextRef="#ctx0" brushRef="#br0" timeOffset="93191.26">8480 13260 0,'0'0'0,"0"0"0,4 2 0,-4-2 0,4 13 16,-6 3-16,-7 6 16,-8 1-16,-6 0 15,-11 1-15,0 2 16,-3 4-16,-6-1 15,0 2-15,6 0 16,-1-9-16</inkml:trace>
  <inkml:trace contextRef="#ctx0" brushRef="#br0" timeOffset="107131.95">9176 13057 0,'0'0'0,"0"0"0,0 0 0,-3-2 0,3 2 16,-9-4-16,9 4 16,-14-5-16,-2 2 15,16 3-15,-22 4 16,0 3-16,0 8 16,-1 4-16,3 2 15,0-2-15,2 3 0,1 1 16,5 0-16,12-23 15,-13 27-15,6 0 16,7-27-16,-7 36 16,9-3-16,-2-33 15,9 34-15,6-4 16,8-4-16,-23-26 16,25 20-16,3-9 15,4-6-15,2-3 16,-7-6-16,-27 4 15,28-10-15,1-2 0,-1-8 16,-1-1-16,-1-1 16,-8-3-16,-1 0 15,-7-1-15,-5 2 16,-2-2-16,-6 1 16,-2-1-16,-3-3 15,8 29-15,-12-24 16,-4-1-16,-3-2 15,19 27-15,-20-22 16,0 6-16,20 16 0,-27-12 16,27 12-1,-24-7-15,3 12 0,21-5 16,-17 15-16</inkml:trace>
  <inkml:trace contextRef="#ctx0" brushRef="#br0" timeOffset="107350.7">9453 13278 0,'0'0'0,"0"0"0,0 0 0,4 1 16,-4-1-16,5-2 15,-1-3-15</inkml:trace>
  <inkml:trace contextRef="#ctx0" brushRef="#br0" timeOffset="108022.62">9789 13095 0,'0'0'0,"0"0"0,0 0 16,-1-2-16,1 2 0,0-4 16,0 4-16,-6-2 15,-5 3-15,11-1 16,-12 6-16,-6 2 16,-2 5-16,20-13 0,-20 16 15,4 1 1,0 6-16,1-1 0,15-22 15,-9 28-15,6 2 16,3 6-16,2-4 16,-2-32-16,8 29 15,3-2-15,-11-27 16,17 28-16,0-9 16,5 1-16,-3-7 15,-19-13-15,26 7 16,-1-1-16,-25-6 15,26 1-15,2-4 0,-28 3 16,31-11-16,-6-2 16,-2-6-16,-3-1 15,-20 20-15,12-23 16,-2-2-16,-4-4 16,-7 3-16,1 26 15,-3-29-15,-3 3 16,-8-7-16,-3 4 15,1 7-15,16 22 16,-20-24-16,-2 6 0,22 18 16,-33-11-16,0 7 15,-4 7-15,4 7 16,4 4-16,29-14 16,-19 19-16</inkml:trace>
  <inkml:trace contextRef="#ctx0" brushRef="#br0" timeOffset="108569.46">10210 13026 0,'0'0'0,"0"0"16,0 0-16,1 0 0,-1 0 15,0 0-15,0 0 16,0-1-16,0 1 16,0 1-16,0-1 15,0 3-15,1 7 16,-1-10-16,1 14 0,2 7 16,0 8-16,0 1 15,-1-2-15,-2-28 16,2 32-16,-1 3 15,-3 1-15,3 2 16,1-3-16,0-3 16,-1-2-16,-1-30 15,1 26-15,0-2 16,-1-24-16,3 24 16,-3-24-16,0 22 15,0-22-15,2 15 16,-2-15-16,4 11 0,-4-11 15,1 5-15,-2-5 16</inkml:trace>
  <inkml:trace contextRef="#ctx0" brushRef="#br0" timeOffset="109335.12">10901 12707 0,'0'0'0,"0"0"0,0 0 0,0 0 15,0 0-15,2 0 0,-2 0 16,0 0-16,-6 0 16,-7 6-16,-4 6 15,-8 8-15,0 4 16,0 7-16,1 0 16,3 2-16,-1 1 15,6 7-15,1 3 16,5 2-16,-1 5 15,3-2-15,3-3 16,0 4-16,6-4 0,6-6 16,2 0-16,3-3 15,-1-6-15,6-5 16,0-4-16,-17-22 16,21 18-16,1-1 15,-22-17-15,26 12 16,-26-12-16,22 7 15,-4-2-15,-18-5 16,19-4-16,-4-11 16</inkml:trace>
  <inkml:trace contextRef="#ctx0" brushRef="#br0" timeOffset="109726.11">11229 12872 0,'0'0'0,"0"0"0,5 8 0,-5-8 0,11 11 16,-2 6-16,4 7 16,0 3-16,-7 2 15,0-2-15,-4 2 16,-4 0-16,2-3 16,6-2-16,-3 5 0,-3-29 15,3 29-15,3-1 16,-6-28-16,1 31 15,-1-31-15,1 30 16,3-3-16,-4-27 16,4 24-16,-4-24 15,4 20-15,1-15 16</inkml:trace>
  <inkml:trace contextRef="#ctx0" brushRef="#br0" timeOffset="110069.87">11548 13150 0,'0'0'0,"0"0"0,0 0 16,3-3-16,-3 3 15,6-4-15,3-4 16,-9 8-16,15-9 15,0 5-15,3 2 0,1-1 16,4 3 0,-23 0-16,24 1 0,4-1 15,-28 0-15,30-1 16,-30 1-16,28 1 16,-28-1-16,24 3 15,-24-3-15,18 4 16,-9-2-16,-9-2 15,-4-5-15</inkml:trace>
  <inkml:trace contextRef="#ctx0" brushRef="#br0" timeOffset="110366.74">11675 12955 0,'0'0'0,"0"0"0,0 0 16,0 0-16,0 0 16,0 3-16,0-3 15,-3 4-15,4 9 0,-4 2 16,3 4-16,2 5 16,-2-24-16,3 26 15,-4 3-15,4 6 16,-2 3-16,0-5 15,0 2-15,1-4 16,-4-4-16,2-27 16,2 25-16,-2-25 15</inkml:trace>
  <inkml:trace contextRef="#ctx0" brushRef="#br0" timeOffset="110960.93">12173 12891 0,'0'0'0,"0"0"0,0 0 0,0 0 16,0 0-16,-1-1 15,-5 6-15,-6 1 16,12-6-16,-15 13 16,1 3-16,-3 6 15,3 1-15,0 1 0,2 0 16,4-1-16,8-23 15,-8 27-15,5 2 16,3-29-16,0 31 16,4-5-16,-4-26 15,11 21-15,5-6 16,6-5-16,3-4 16,-4-9-16,-21 3 15,23-3-15,0-9 16,0-7-16,0-2 15,-1-2-15,-9-4 16,-13 27-16,6-28 0,-3 0 16,-3 28-16,-3-31 15,-6 3-15,9 28 16,-16-26-16,-1 5 16,17 21-16,-23-15 15,-3 7-15,26 8 16,-29-3-16,4 7 15,25-4-15,-21 12 16,21-12-16</inkml:trace>
  <inkml:trace contextRef="#ctx0" brushRef="#br0" timeOffset="111117.19">12383 13101 0,'0'0'0,"0"0"0,0 0 15,0 1-15,0-1 0,-1 2 16,0 1-16,-3-8 16</inkml:trace>
  <inkml:trace contextRef="#ctx0" brushRef="#br0" timeOffset="111632.81">12626 12953 0,'0'0'0,"0"0"0,0 0 0,0 0 16,-5 6-16,5-6 16,-7 9-16,-6 6 15,13-15-15,-17 18 16,0 5-16,-2 1 16,8 0-16,11-24 15,-11 24-15,7-2 0,4-22 16,6 24-16,5-4 15,5-2-15,-16-18 16,22 9-16,2-5 16,4-4-16,0-6 15,-3-3-15,-25 9 16,21-13-16,0-5 16,-9-4-16,-2-2 15,-10 24-15,4-26 16,-3 1-16,-1 25 15,-11-24-15,-5 1 0,-13 0 16,-1 8-16,0 5 16,30 10-16,-29-3 15,-1 5-15,3 2 16</inkml:trace>
  <inkml:trace contextRef="#ctx0" brushRef="#br0" timeOffset="112023.86">12873 12768 0,'0'0'0,"0"0"0,0 0 0,3 0 16,-3 0-16,5 1 16,-5-1-16,3 10 0,0 4 15,-3-14-15,-3 23 16,-1 2-16,-1 7 16,3-1-16,2-31 15,-1 33-15,1-4 16,1 6-16,-1-35 15,1 32-15,-1-2 16,0-30-16,2 27 16,-2-27-16,0 26 0,0-26 15,0 21-15,0-21 16,0 14-16,1-14 16</inkml:trace>
  <inkml:trace contextRef="#ctx0" brushRef="#br0" timeOffset="112789.46">12934 12553 0,'0'0'0,"0"0"0,3-3 16,-3 3-16,7-9 15,-7 9-15,10-1 16,2 1-16,4 2 16,-16-2-16,17 8 0,1 2 15,3 6-15,-21-16 16,21 18-16,-1 3 15,2 4-15,-22-25 16,20 25-16,0 1 16,-2 4-16,-18-30 15,16 31-15,-2 1 16,1 7-16,-4-1 16,-5-6-16,3-2 15,-6 0-15,-3-5 16,-1-1-16,1-24 15,-2 26-15,-3-3 0,-2 3 16,1-1-16,-6 1 16,4-1-16,8-25 15,-11 26-15,-2 0 16,0-1-16,13-25 16,-13 21-16,13-21 15,-15 19-15,15-19 16,-14 15-16,14-15 15,-14 12-15,14-12 0,-10 8 16,10-8-16,-6 4 16,6-4-16,-4 1 15,4-1-15,-2-1 16,2 1-16,0-1 16,0 1-16,-1-4 15,1 4-15,0-2 16,0 2-16,0-1 15,0 1-15,1 0 0,-1 0 16,0 0-16,0 0 16,0 2-16,0-2 15,-3 4-15,3-4 16,-6 5-16,6-5 16,-10 8-16,-3 1 15,-5-3-15,-2-5 16</inkml:trace>
  <inkml:trace contextRef="#ctx0" brushRef="#br0" timeOffset="113789.5">13437 12367 0,'0'0'0,"0"0"0,0 0 16,0 4-16,0-4 16,-3 2-16,3-2 0,-4 0 15,-3 0-15,7 0 16,-13-1-16,13 1 15</inkml:trace>
  <inkml:trace contextRef="#ctx0" brushRef="#br0" timeOffset="114726.96">13495 12232 0,'0'0'0,"0"0"0,0 0 0,0-4 0,0 4 16,0-5-16,-6 2 15,6 3-15,-10 3 16,-8 3-16,-3 2 16,0 2-16,21-10 15,-25 15-15,1-1 16,1 5-16,3-2 15,5 3-15,15-20 0,-9 20 16,1 1-16,3 0 16,5-21-16,3 20 15,3-1-15,-6-19 16,11 15-16,7-2 16,-18-13-16,21 10 15,2-5-15,-23-5 16,25 0-16,-1-1 15,-24 1-15,26-5 16,-26 5-16,20-6 16,-20 6-16,19-13 15,-19 13-15,10-15 0,-6 0 16,-9 1-16,5 14 16,-14-14-16,-3 5 15,17 9-15,-25-3 16,1 5-16,0 7 15,4 5-15,20-14 16,-24 19-16,6-1 16,18-18-16,-21 23 15</inkml:trace>
  <inkml:trace contextRef="#ctx0" brushRef="#br0" timeOffset="115289.47">13797 12223 0,'0'0'0,"0"0"0,-5-2 0,-2 4 16,7-2-16,-18 3 0,1 4 15,-4 1-15,21-8 16,-22 16-16,5 3 15,17-19-15,-19 25 16,1 2-16,9 0 16,9-27-16,-4 27 15,4-27-15,0 28 16,6-5-16,-6-23 16,17 26-16,3-6 15,4-8-15,2-6 16,1-2-16,-4-4 0,-23 0 15,22-7-15,1-2 16,-23 9-16,25-17 16,-3-4-16,-22 21 15,17-28-15,-8 3 16,-9 25 0,2-29-16,-14 5 0,-12 7 15,-12 5-15,-7 4 16,-2 5-16,0 5 15</inkml:trace>
  <inkml:trace contextRef="#ctx0" brushRef="#br0" timeOffset="117070.72">5971 14014 0,'0'0'0,"0"0"0,0 0 0,-1-3 0,1 3 0,-2-8 16,2 8-16,-2-4 15,2 4-15,-1-1 16,1 1-16,2 3 15,-2-3-15,4 3 16,-4-3-16,6 8 16,10-1-16,2-3 15,3-1-15,7 1 16,0-6-16,4 0 0,-1-3 16,4 2-16,1-3 15,4 5-15,5-1 16,-1 0-16,5-3 15,2 2-15,2-3 16,3 0-16,8 0 16,-2 0-16,5 2 15,1-1-15,2-1 16,0 3-16,4-2 16,-1 2-16,4-5 0,1 4 15,6-3-15,1 5 16,2-1-16,-3 0 15,2 1-15,6-3 16,-3-1-16,0 1 16,7 2-16,-1 1 15,1 1-15,-2-2 16,5 3-16,-1-5 16,5 4-16,1-1 15,2 1-15,6-1 16,-2 2-16,-5 0 0,2 3 15,5-4-15,0-1 16,1 4-16,1-4 16,1 5-16,1 0 15,1-4-15,-2 3 16,2-4-16,4 0 16,-4 2-16,0 0 15,2 0-15,-1-1 16,4 0-16,-3-1 15,4 0-15,-6-3 16,-7 1-16,-3-2 0,-1 0 16,1 2-16,-2-3 15,0 3-15,-3-7 16,4 4-16,1-4 16,-9 3-16,-1 1 15,0-2-15,4-4 16,-5 4-16,-1-3 15,-1 2-15,-4 3 16,1-2-16,0-1 16,-2 4-16,-5-3 0,0 2 15,-1-2-15,-8 2 16,1 2-16,-8 2 16,-2-1-16,-4-2 15,-5 4-15,-2-1 16,-3-1-16,-2 1 15,1 1-15,-7-1 16,0-2-16,-4 1 16,-6 2-16,-34 2 15,35 0-15,-2-2 16,-9-5-16,-24 7 0,27-3 16,-27 3-16,16-3 15,-16 3-15,8-3 16,-8 3-16,6-1 15,-8 7-15</inkml:trace>
  <inkml:trace contextRef="#ctx0" brushRef="#br0" timeOffset="118289.52">8246 14679 0,'0'0'0,"0"0"0,-4-5 0,4 5 15,-3-2-15,-2 4 0,5-2 16,-6 8-16,-3 1 16,5 8-16,4-17 15,-9 22-15,1 3 16,1 7-16,0 3 15,5-2-15,0 3 16,3-1-16,0 0 0,-2-2 16,-1 0-16,5 1 15,-1-4-15,1-3 16,-3-27-16,2 24 16,-2-24-16,4 21 15,-1-8-15</inkml:trace>
  <inkml:trace contextRef="#ctx0" brushRef="#br0" timeOffset="118633.23">8566 14955 0,'0'0'0,"0"0"0,9 3 0,-9-3 0,0 0 0,14 4 0,7-1 16,-21-3-16,23 3 15,2-1-15,3-2 16,-28 0-16,29 1 15,1-1-15,0-1 16,-30 1-16,29-2 16,-29 2-16,20 1 15,-20-1-15,18-3 16,-9-5-16</inkml:trace>
  <inkml:trace contextRef="#ctx0" brushRef="#br0" timeOffset="118898.89">8714 14850 0,'0'0'0,"0"0"0,0 2 0,0-2 0,1 11 16,1 3-16,-2 6 0,1 5 15,3 1-15,0 0 16,-2 2-16,-3-1 16,1 1-16,-1 2 15,3 1-15,4-1 16,0-1-16,-6-29 16,2 28-16</inkml:trace>
  <inkml:trace contextRef="#ctx0" brushRef="#br0" timeOffset="119898.88">9364 14759 0,'0'0'0,"0"0"0,0 0 0,-3 2 15,3-2-15,-5 1 16,-1 0-16,6-1 15,-10 3-15,-3 2 16,13-5-16,-13 9 16,0 1-16,13-10 15,-15 16-15,3 3 0,4 4 16,8-23-16,-4 24 16,2 2-16,5-2 15,-3-24-15,6 23 16,0-2-16,-6-21 15,13 19-15,5-7 16,1-5-16,4-2 16,-2-4-16,-21-1 15,19-7-15,1-2 0,1-7 16,-21 16-16,16-18 16,-4-5-16,0-5 15,-5 2-15,-2 2 16,-10 1-16,2 1 15,3 22-15,-11-14 16,-1 1-16,-6 3 16,18 10-16,-18-8 15,-3 5-15,21 3 16,-19 0-16,19 0 16,-16 5-16,16-5 0,-13 9 15</inkml:trace>
  <inkml:trace contextRef="#ctx0" brushRef="#br0" timeOffset="120101.99">9633 14896 0,'0'0'0,"0"0"0,0 0 0,0 0 0,0 0 16,2 0-16,-2 0 15,1 0-15,-3-5 16</inkml:trace>
  <inkml:trace contextRef="#ctx0" brushRef="#br0" timeOffset="120664.49">9888 14719 0,'0'0'0,"0"0"0,0 0 0,-1 0 0,0 0 16,-3 6-16,-7 1 15,-3 4-15,14-11 0,-10 15 16,-3 4-16,-2 8 16,3 4-16,8-1 15,4-30-15,-5 28 16,6-1-16,6-3 15,-7-24-15,12 19 16,3-3-16,3-4 16,-18-12-16,21 4 15,1-4-15,1-6 16,-23 6-16,18-13 16,1-3-16,-19 16 15,22-24-15,-5-3 16,-4-5-16,-4 3 0,-6 1 15,-3 28-15,1-24 16,-9 3-16,8 21 16,-11-21-16,-7 1 15,18 20-15,-28-15 16,-2 5-16,-5 5 16,35 5-16,-32-3 15</inkml:trace>
  <inkml:trace contextRef="#ctx0" brushRef="#br0" timeOffset="121102.02">10221 14666 0,'0'0'0,"0"0"0,0 0 0,0 0 0,0 0 16,1 1-16,-2 6 15,1-7-15,0 11 0,-1 2 16,-4 4-16,-2 6 16,7-23-16,-4 24 15,-1 1-15,5-25 16,-2 31-16,2 1 16,0-32-16,2 31 15,-2-31-15,1 28 16,-1-28-16,-1 25 15,1-25-15,-2 18 16,0-7-16,-3-12 16,-1-9-16,4-5 0</inkml:trace>
  <inkml:trace contextRef="#ctx0" brushRef="#br0" timeOffset="121695.78">10470 14351 0,'0'0'0,"0"0"0,1 3 0,-1-3 0,6 6 16,-6-6-16,7 7 15,6 6-15,-13-13 16,14 17-16,0 1 16,-1 1-16,-13-19 15,19 23-15,-6 3 16,3 1-16,-5-1 16,0 3-16,-1 1 0,-2-5 15,-4 6-15,-1-2 16,2 0-1,1 1-15,-5 0 0,-1 3 16,-2 3-16,-2-1 16,0 1-16,-4-4 15,-3 3-15,-5-3 16,-4 0-16,-7-2 16,-1-3-16,-1 2 15,-4-1-15,-3 1 16,-3-5-16,-2-4 0,0-7 15</inkml:trace>
  <inkml:trace contextRef="#ctx0" brushRef="#br0" timeOffset="123070.78">7943 14434 0,'0'0'0,"0"0"0,-5 0 0,-1 3 0,6-3 16,-9 6-16,-3 5 16,12-11-16,-18 15 15,1 6-15,2 4 16,-3 1-16,-1 2 15,3 1-15,-3 0 16,4 1-16,3 0 16,-1 0-16,5 3 15,2 3-15,3 0 16,-4-2-16,4 3 0,1 0 16,4 1-16,5 4 15,0-5-15,3 3 16,2-4-16,4-1 15,1-3-15,4-2 16,3 0-16,4-4 16,3-3-16,3-4 15,1-3-15,-1-5 16,-4 2-16,-30-13 16,33 10-16,-2 0 0,-31-10 15,32 9-15,0 2 16,-1 1-16,-31-12 15,26 7-15</inkml:trace>
  <inkml:trace contextRef="#ctx0" brushRef="#br0" timeOffset="124023.88">10898 14007 0,'0'0'0,"0"0"0,0 0 0,-2-4 15,2 4-15,-2-7 0,2 7 16,-1-7-16,1 7 16,1-8-16,-6-1 15,-5 3-15,10 6 16,-13-3-16,-2 8 16,15-5-16,-19 7 15,-1 3-15,20-10 16,-24 13-16,-1 4 15,25-17-15,-25 25 16,2 0-16,6 0 16,2 1-16,15-26 0,-10 24 15,4-1-15,6-23 16,-2 27-16,3-3 16,2-1-16,-3-23 15,10 21-15,-1-6 16,-9-15-16,18 10 15,-3-4-15,-15-6 16,21 1-16,-3-4 16,-18 3-16,20-8 15,-20 8-15,17-12 0,-17 12 16,11-17-16,-3-3 16,-8 20-16,3-24 15,-3 24-15,-4-19 16,-3 1-16,7 18 15,-12-12-15,-5 5 16,17 7-16,-21-2 16,3 8-16,-3 6 15,2 3-15,5 2 16,14-17-16,-11 20 16,11-20-16,-7 15 0</inkml:trace>
  <inkml:trace contextRef="#ctx0" brushRef="#br0" timeOffset="124665.43">11134 14000 0,'0'0'0,"0"0"0,-3-5 15,-3 5-15,6 0 16,-11 1-16,-4 1 0,15-2 15,-19 9-15,4 7 16,0 0-16,15-16 16,-15 19-16,4 1 15,11-20-15,-9 24 16,1-1-16,8-23 16,-7 27-16,9-3 15,-2-24-15,5 29 16,6-8-16,-11-21 15,14 20-15,3-7 0,-3 1 16,-14-14-16,18 8 16,0-3-16,-18-5 15,24 2-15,-3-4 16,1-5-16,-22 7 16,18-10-16,-1-8 15,-3 1-15,-14 17 16,12-23-16,-4 1 15,-5-4-15,-3 26 16,0-24-16,-5-3 16,5 27-16,-15-22 0,-2-2 15,-10 5-15,-1 7 16,2 9-16,-3 5 16,3 8-16,26-10 15,-22 13-15,22-13 16</inkml:trace>
  <inkml:trace contextRef="#ctx0" brushRef="#br0" timeOffset="125196.68">11609 14802 0,'0'0'0,"0"0"0,0 0 16,-1 0-16,1 0 15,-2 0-15,2 0 16,-1-1-16,1 1 16,-1-4-16,1 4 0,2-9 15,-2 9-15,7-11 16,-7 11-16,9-9 15,6 0-15,-15 9 16,19-8-16,4 3 16,6 2-16,2 0 15,1 3-15,-2 0 16,-2 0-16,-28 0 16,29 0-16,-3 3 15,-26-3-15,25 3 0,-25-3 16,23 5-16,-23-5 15,16 3-15,-16-3 16,12 4-16,-8-7 16</inkml:trace>
  <inkml:trace contextRef="#ctx0" brushRef="#br0" timeOffset="125602.89">12204 14319 0,'0'0'0,"0"0"0,5-5 0,-5 5 0,7-5 15,-7 5-15,7-5 0,-7 5 16,3-4-16,0 8 16,-6 4-16,3-8 15,-3 14-15,-2 0 16,0 5-16,2 2 16,3-21-16,-1 27 15,1 2-15,8 4 16,-3 0-16,-1-2 15,-1-3-15,1 2 16,3-3-16,1-2 16,-4 1-16,-4-26 0,-4 29 15,-1-4-15,5-25 16</inkml:trace>
  <inkml:trace contextRef="#ctx0" brushRef="#br0" timeOffset="126962.7">5335 16449 0,'0'0'0,"0"0"0,0 0 0,0-4 0,0 4 16,-3-4-16,3 4 15,-3-2-15,3 2 16,-1-3-16,1 3 16,3 2-16,8 1 15,7 1-15,8-2 16,-2 0-16,1 0 16,0-4-16,-2 4 15,-23-2-15,23 2 0,1-1 16,-24-1-16,22 3 15,-22-3-15,22 5 16,-22-5-16,17 1 16,-5-5-16</inkml:trace>
  <inkml:trace contextRef="#ctx0" brushRef="#br0" timeOffset="127259.58">5337 16752 0,'0'0'0,"9"-2"0,8 0 0,9-2 16,8-1-16,3-2 15,6 0 1,2 2-16,8-3 0,0-5 16,-1-6-16</inkml:trace>
  <inkml:trace contextRef="#ctx0" brushRef="#br1" timeOffset="164970.25">2976 16066 0,'0'0'0,"0"0"0,0 0 0,-3-4 0,3 4 16,-4-4-16,4 4 15,-1-4-15,1 4 16,-3-3-16,3 3 15,-2 0-15,2 0 16,-1 3-16,1-3 0,0 6 16,-3 6-16,3-12 15,-3 13-15,1 7 16,1 4-16,-2 0 16,3 0-16,1 1 15,-1 4-15,-3-1 16,1-1-16,-1 1 15,3-28-15,0 30 16,-4 0-16,-1 1 16,4 0-16,1-31 15,-3 29-15,0-3 0,3-26 16,0 27-16,0-27 16,-2 24-16,2-24 15,5 21-15,-1-5 16,-4-16-16,13 12 15,2-6-15,-15-6 16,20 4-16,3-3 16,-23-1-16,30-4 15,2 0-15,3 0 16,-2 2-16,-1 0 16,-5 0-16,-27 2 0,28-1 15,-6 2-15,-22-1 16,23 3-16,-23-3 15,20 3-15,-20-3 16,12 4-16,-5 3 16,-9-6-16,-9-6 15</inkml:trace>
  <inkml:trace contextRef="#ctx0" brushRef="#br1" timeOffset="165392.13">2943 16368 0,'0'0'0,"0"0"0,0 0 0,5-4 16,-5 4-16,8-6 16,-8 6-16,10-6 15,-10 6-15,16-8 16,3 0-16,7 0 0,-26 8 15,29-9 1,1 2-16,-30 7 0,35-7 16,-3 2-16,-32 5 15,26-3-15,-26 3 16,26-2-16,-9-3 16,-14-3-16,-2-5 15</inkml:trace>
  <inkml:trace contextRef="#ctx0" brushRef="#br1" timeOffset="165735.87">2960 16048 0,'0'0'0,"5"-3"0,13-4 0,1 2 0,7-1 16,5 0-16,-31 6 15,30-3-15,-3 2 16,-27 1-16,28 3 15,-5 2-15,-23-5 16,19 7-16,-19-7 16,17 6-16,-17-6 15</inkml:trace>
  <inkml:trace contextRef="#ctx0" brushRef="#br1" timeOffset="166361.27">3498 16101 0,'0'0'0,"0"0"0,0 0 0,0 0 0,0 4 0,3 7 0,1 5 16,-2 2-16,-2 5 16,0-23-16,-2 23 15,1 3 1,-2 4-16,0 1 0,2 1 16,-3 2-16,1-2 15,1-1-15,1-2 16,1-1-16,0 1 0,0-29 15,0 25-15,0-25 16,-3 25-16,3-25 16,0 25-16,-5-8 15,-2-13-15,-4-11 16,3-11-16,4-7 16</inkml:trace>
  <inkml:trace contextRef="#ctx0" brushRef="#br1" timeOffset="167189.37">3429 16112 0,'0'0'0,"0"0"0,3-4 15,-3 4-15,4-8 16,-4 8-16,6-8 15,2 3-15,-8 5 16,14-1-16,0 3 16,-14-2-16,15 12 0,2 3 15,-4 6-15,-13-21 16,16 21-16,-2 5 16,-1 6-16,-1-2 15,1 0-15,-6-4 16,0 0-16,-4-1 15,2-2-15,-5-23 16,3 24-16,-6 0 16,3-24-16,0 24 15,0-24-15,-3 19 0,3-19 16,0 14-16,0-14 16,-5 10-16,1-11 15,4-9-15,-2-5 16,5-6-16,2-4 15,2 0-15,1-1 16,3-3-16,-4 3 16,0-5-16,8 5 15,-2-4-15,0 2 16,3 0-16,2 3 0,-2 0 16,-1 1-16,1 4 15,-16 20-15,18-19 16,-18 19-16,18-15 15,-18 15-15,19-14 16,-1 9-16,-18 5 16,21 1-16,-8 8 15,-13-9-15,16 16 16,-5 6-16,-4 3 16,-2 2-16,-1-1 15,-1 2-15,-4 3 0,1-3 16,3 1-16,-6 1 15,1-1-15,1 0 16,-4-1-16,1 1 16,-1-4-16,0 2 15,5-27-15,-7 27 16,1 1-16,6-28 16,-3 29-16,3-29 15,-4 27-15,4-27 16,-3 25-16,3-25 15,-3 23-15,0-6 16,3-17-16,-3 3 0,0-11 16</inkml:trace>
  <inkml:trace contextRef="#ctx0" brushRef="#br1" timeOffset="167658.14">4195 16125 0,'0'0'0,"0"0"0,5-3 0,-5 3 0,10-7 16,-10 7-16,6-6 15,-6 6-15,8-5 16,-8 5-16,12-3 16,-12 3-16,5 6 0,-5-6 15,3 11-15,0 5 16,-1 6-16,-5 3 16,3 0-16,-3 0 15,-1 0-15,4 1 16,-2 1-16,2 1 15,-1 0-15,-2-2 16,2 3-16,-2-1 16,0 1-16,1 1 15,-1-1-15,-1 0 16,-3-1-16,-3-2 16,3-2-16,7-24 0,-8 22 15,8-22-15,-4 22 16,4-11-16</inkml:trace>
  <inkml:trace contextRef="#ctx0" brushRef="#br1" timeOffset="168564.36">5263 16408 0,'0'0'0,"0"0"0,0 0 0,0 1 0,0-1 16,0 4-16,0-4 15,0 6-15,0-6 16,0 5-16,0-5 15,1 3-15,-1-3 0,3 1 16,-3-1-16,3-3 16,-3 3-16,3-5 15,-3 5-15,10-5 16,-10 5-16,9-3 16,-9 3-16,13-2 15,3 2-15,4-3 16,-20 3-16,22 0 15,1 2-15,3 1 16,-26-3-16,29 2 16,-1 3-16,3 2 0,-31-7 15,29 3-15,-7 2 16,-22-5-16,23 4 16,-23-4-16,14 3 15,-14-3-15,9-1 16,-9 1-16,0-5 15</inkml:trace>
  <inkml:trace contextRef="#ctx0" brushRef="#br1" timeOffset="169001.86">5355 16706 0,'0'0'0,"0"0"0,0 0 0,-1 5 16,1-5-16,-5 6 15,5-6-15,-5 5 16,5-5-16,-7 2 15,7-2-15,-9 0 16,9 0-16,-6-2 16,6 2-16,-4-3 15,4 3-15,-2-3 16,2 3-16,-1-4 16,1 4-16,1-4 15,-1 4-15,3-3 0,6-1 16,5 2-16,8 1 15,6 0-15,5 1 16,-1 2-16,4 0 16,0 0-16,-2 3 15,3-2 1,-1-2-16,-1 2 0,0-8 16,-4-6-16</inkml:trace>
  <inkml:trace contextRef="#ctx0" brushRef="#br1" timeOffset="176331.51">8512 10794 0,'0'0'0,"0"0"0,0 0 0,-4-7 0,4 7 0,-8-9 16,-2-1-16,10 10 15,-13-7-15,-3-3 16,-2 9-16,18 1 15,-17 1-15,-2 6 16,3 2-16,-2 2 0,18-11 16,-13 13-16,0 2 15,13-15-15,-15 19 16,3 3-16,6 3 16,6-25-16,-3 24 15,3 2-15,0-26 16,0 27-16,4-4 15,5 2-15,-9-25 16,14 21-16,6-1 16,3-7-16,-1-2 15,4-5-15,-26-6 0,26 3 16,-3-5 0,6-6-16,-29 8 0,29-7 15,-6-6-15,-23 13 16,26-17-16,-9-4 15,-3-3-15,-14 24 16,7-24-16,-1 2 16,-6 22-16,-3-28 15,3 28-15,-4-22 16,-5-1-16,-5 3 0,14 20 16,-15-20-16,15 20 15,-20-9-15,1 8 16,-3 6-16,-1 1 15,23-6-15,-22 14 16,22-14-16</inkml:trace>
  <inkml:trace contextRef="#ctx0" brushRef="#br1" timeOffset="176550.23">8875 10975 0,'0'0'0,"0"0"0,0 0 0,1 0 16,-1 0-16,1 1 15,-1-1-15,1 2 16</inkml:trace>
  <inkml:trace contextRef="#ctx0" brushRef="#br1" timeOffset="177269.02">9192 10764 0,'0'0'0,"0"0"0,0 0 0,0 1 0,0-1 16,0 3-16,0-3 15,-4 6-15,-2 7 16,6-13-16,-10 15 16,-1 2-16,1 3 15,10-20-15,-7 20 16,0 1-16,3 4 15,3 0-15,1-25 16,4 24-16,1-2 16,4 1-16,-9-23 15,14 17-15,4-2 16,-18-15-16,22 16 0,-22-16 16,26 14-16,4-3 15,4-3-15,-34-8 16,30 2-16,-5-4 15,-3-2-15,-3-7 16,-19 11-16,16-12 16,-2-1-16,-14 13 15,10-18-15,0-1 16,-10 19-16,7-24 0,-6 0 16,-4-3-16,3 27 15,-13-25-15,-1 3 16,-8 1-16,-1 4 15,1 1-15,-2 7 16,-2 3-16,0 3 16,26 3-16,-23-2 15,-1 3-15,24-1 16,-23 7-16,8 5 16,15-12-16,-7 21 0</inkml:trace>
  <inkml:trace contextRef="#ctx0" brushRef="#br1" timeOffset="177894.37">9790 10627 0,'0'0'0,"0"0"0,0 0 0,2 2 0,-2-2 16,2 3-16,-2-3 16,3 6-16,-3-6 15,2 12-15,-2 5 16,0 3-16,-1 3 16,0-2-16,1-21 15,-1 22-15,1-1 16,0-21-16,0 27 15,0-1-15,2 4 16,-2-30-16,2 28 0,3-2 16,-5-26-1,9 24-15,-2-1 0,-7-23 16,6 22-16,2-2 16,-8-20-16,8 21 15,-4-6-15,-4-15 16,5 16-16,-5-16 15,5 13-15,-5-13 16,5 14-16,0-2 0,-5-12 16,-3 10-16,3-10 15,-3 7-15,3-7 16,-4 2-16,-6 0 16</inkml:trace>
  <inkml:trace contextRef="#ctx0" brushRef="#br1" timeOffset="183567.07">3416 12015 0,'0'0'0,"0"0"0,0 0 0,0 0 0,0 0 16,3 0-16,-3 0 15,3-2-15,-3 2 16,5 3-16,-5-3 16,5 6-16,2 7 15,-3 7-15,-2 3 16,2 0-16,-1 3 15,0-2-15,1-1 0,-1 4 16,-1 0-16,0-2 16,3 2-16,-3-2 15,-2-25-15,2 23 16,-2 1-16,0-24 16,0 25-16,0-25 15,-3 21-15,3-21 16,-4 16-16,4-16 15,-6 12-15,2-9 0,4-3 16,-2-6-16,4-6 16,-2 12-16,4-18 15,2-6-15,2-2 16,0-3-16,-1 4 16,3 2-16,-1 1 15,0-3-15,-9 25 16,12-25-16,0 0 15,4 0-15,0 4 16,-16 21-16,18-21 0,-1 5 16,3 3-16,-20 13 15,17-9-15,2 6 16,-19 3-16,19 2 16,0 4-16,-19-6 15,15 11-15,-1 7 16,0 5-16,-2 4 15,-8-1-15,-3 1 16,-2 1-16,-3 0 16,2-2-16,-2 1 15,1-2-15,3-3 16,0-22-16,-3 22 0,3-4 16,0-18-16,0 19 15,0-3-15,0-16 16,3 18-16,1-11 15</inkml:trace>
  <inkml:trace contextRef="#ctx0" brushRef="#br1" timeOffset="183926.48">4267 12207 0,'0'0'0,"0"0"0,0 0 0,2 0 0,-2 0 0,1 0 15,-1 0-15,5 0 16,-5 0-16,7 2 16,9-2-16,3-4 15,4 0-15,-23 4 16,26-3-16,0-4 16,-26 7-16,26-5 15,-26 5-15,25-4 0,-25 4 16,27-6-16,-5 3 15,-22 3-15</inkml:trace>
  <inkml:trace contextRef="#ctx0" brushRef="#br1" timeOffset="184301.56">4240 12427 0,'0'0'0,"0"0"0,6 0 0,6-2 15,-12 2-15,17-4 16,2-2-16,10 3 0,-2-1 16,-1-2-16,3 0 15,-1 4-15,0-3 16,0-2-16,-1 3 16,-27 4-16,24-3 15,-1 1-15,3 1 16,-26 1-16,20 4 15,-20-4-15</inkml:trace>
  <inkml:trace contextRef="#ctx0" brushRef="#br1" timeOffset="184770.34">5140 12165 0,'0'0'0,"0"0"0,1 0 0,-1 0 15,8-1-15,4-1 16,-12 2-16,17-1 0,3 1 16,-20 0-16,26-1 15,4 1-15,3-4 16,-1 4-16,-32 0 15,33-6-15,-5-1 16,-28 7-16,23-3 16,-23 3-16,22 0 15,-22 0-15,14 1 16,-7 5-16,-7-6 16</inkml:trace>
  <inkml:trace contextRef="#ctx0" brushRef="#br1" timeOffset="185538.28">5143 12151 0,'0'0'0,"0"0"0,0 0 0,0 0 16,0 0-16,1 3 0,-1-3 16,-1 6-16,-2 5 15,3-11-15,0 15 16,-2 6-16,2-21 15,-3 23-15,3-23 16,-5 20-16,5-20 0,-4 21 16,4-21-16,-5 19 15,5-19-15,-1 15 16,1-15 0,1 11-16,-1-11 0,3 9 15,-3-9-15,7 4 16,-7-4-16,10 0 15,-10 0-15,13-5 16,2-3-16,2-5 16,-17 13-16,19-9 15,-3 1-15,-16 8 0,17-7 16,2 2-16,-19 5 16,19-4-16,-2 2 15,-17 2-15,18 5 16,0 0-16,-18-5 15,20 9-15,-5 2 16,-15-11-16,16 15 16,-8 2-16,-8-17 15,5 22-15,-6-2 16,1-20-16,-4 24 0,4-24 16,-5 22-16,-7-1 15,12-21-15,-11 20 16,11-20-16,-14 16 15,-4-5-15,18-11 16,-23 8-16,4-3 16,19-5-16,-20-1 15,20 1-15,-17-3 16,17 3 0,-12-2-16,12 2 15,-11-4-15,0 1 0,11 3 0,0-4 31</inkml:trace>
  <inkml:trace contextRef="#ctx0" brushRef="#br1" timeOffset="185970.72">5723 12205 0,'0'0'0,"0"0"0,0 0 0,1 0 16,-1 0-16,4 3 15,-4-3-15,8 6 0,3 5 16,7 2-16,0-3 16,3 2-16,-21-12 15,21 11-15,2 1 16,-23-12-16,29 11 16,0 3-16,3 0 15,-32-14-15,32 15 16,-3-4-16,-29-11 15,26 11 1,-26-11-16,23 12 0,-23-12 16,19 9-1,-6-2-15,-13-7 16</inkml:trace>
  <inkml:trace contextRef="#ctx0" brushRef="#br1" timeOffset="186338.07">5937 12180 0,'0'0'0,"0"0"0,0 4 0,-2 6 0,-6 1 16,8-11-16,-10 15 16,-1 2-16,-6 6 15,1 0-15,-1-2 16,4 0-16,0 0 16,13-21-16,-18 18 0,2 4 15,0 0-15,16-22 16,-18 24-16,18-24 15,-15 19 1,4-9-16</inkml:trace>
  <inkml:trace contextRef="#ctx0" brushRef="#br1" timeOffset="186725.26">6181 12175 0,'0'0'0,"0"0"0,0 0 0,3 2 15,0 6-15,0 4 16,-3-12-16,3 18 16,0 4-16,-8 6 15,5-28-15,-4 26 16,-2 1-16,4 2 16,2-29-16,0 25 15,0-25-15,4 25 16,1 1-1,-5-26-15,5 27 0,-5-27 0,6 18 32,0-6-32,-6-12 15</inkml:trace>
  <inkml:trace contextRef="#ctx0" brushRef="#br1" timeOffset="187397.51">6402 12200 0,'0'0'0,"0"0"0,0 0 0,1-4 15,-1 4-15,5-7 16,-5 7-16,8-9 16,-8 9-16,8-10 0,1-2 15,-9 12-15,18-7 16,-2 3 0,-16 4-16,22-1 0,-3 3 15,-19-2-15,25 5 16,-10 4-16,-15-9 15,16 10 1,2 4-16,-18-14 0,10 18 31,-4 0-31,-6 3 0,0-21 16,-8 19-16,-3 3 16,-6 2-16,1-4 0,0-1 0,-1-1 15,-2-3-15,19-15 16,-18 16-1,1 0-15,17-16 0,-20 17 16,20-17-16,-16 14 16,16-14-16,-10 14 15,10-4-15,0-10 16,5 4-16,10 0 0,11-4 16,0 0-16,-1-2 15,-25 2-15,29-2 16,1-1-16,2-2 15,-3 3-15,-29 2 16,26-4-16,-26 4 16,23-3-16,-23 3 15,20-2-15,-20 2 16,13 0-16,-13 0 16,9-1-16,-9 1 15,7 1-15</inkml:trace>
  <inkml:trace contextRef="#ctx0" brushRef="#br1" timeOffset="187835.05">7133 12247 0,'0'0'0,"0"0"0,0 0 0,1 1 15,4 0-15,-5-1 16,13 5-16,-13-5 15,13 3-15,-13-3 16,16 4-16,4-1 0,-20-3 16,23 1-16,-1-2 15,-22 1-15,26-4 16,-26 4-16,23-4 16,-23 4-16,22-5 15,-22 5-15,16-1 16,-16 1-16,14 3 15,-14-3-15,4 4 16,-4-4-16</inkml:trace>
  <inkml:trace contextRef="#ctx0" brushRef="#br1" timeOffset="188225.68">7122 12432 0,'0'0'0,"0"0"15,3 1-15,-3-1 0,9-2 0,4 1 16,6 1-16,0 0 16,3-1-16,-22 1 15,23 0-15,-1-3 16,-22 3-16,28-5 16,1 1-16,2-2 0,-31 6 15,29-5-15,-3 4 16,-26 1-16,23 2 15,-23-2-15,17 0 16,-5 4-16,-12-4 16,9-1-16</inkml:trace>
  <inkml:trace contextRef="#ctx0" brushRef="#br1" timeOffset="188991.27">7986 12119 0,'0'0'0,"0"0"0,0 0 0,1-3 16,-1 3-1,0-6-15,-2-1 0,2 7 16,-9-7-16,-7 4 16,-4 6-16,-4 2 15,24-5-15,-24 9 16,-1 2-16,1 4 15,24-15-15,-22 16 16,2 3-16,20-19 0,-20 26 16,0-1-16,3 0 15,17-25-15,-12 26 16,4-1-16,8-25 16,-3 26-16,6 0 15,-3-26-15,11 26 16,1-2-16,-12-24 15,15 21-15,2-3 16,5-6-16,-22-12 0,25 10 16,-2-3-16,1-5 15,-24-2-15,28 1 16,-6-4-16,-2-4 16,-20 7-16,24-11 15,-8-2-15,-16 13 16,16-18-16,-6 0 15,-10 18-15,6-21 16,-6 21-16,2-19 16,-2 19-16,-5-19 15,-7 4-15,12 15 0,-20-13 16,-1 8-16,-5 6 16,0 2-16,6 8 15,0 1-15,20-12 16,-17 16-16,-1 1 15,7 8-15,-1-2 16,3 3-16,9-26 16,0 23-16,9-7 15,6-8-15</inkml:trace>
  <inkml:trace contextRef="#ctx0" brushRef="#br1" timeOffset="189631.93">8272 12102 0,'0'0'0,"0"0"0,0 0 0,0 0 16,-5 3-16,5-3 15,-12 6-15,12-6 16,-9 12-16,-6 5 16,15-17-16,-16 22 15,3 2-15,0 3 16,5-1-16,6-1 15,4-3-15,-2-22 0,3 25 16,4-1-16,2 2 16,4-3-16,4-2 15,-17-21-15,19 18 16,3-1-16,-22-17 16,23 17-16,5-6 15,0-3-15,2-5 16,-30-3-16,26-3 15,0-3-15,1-7 16,-6-2-16,-21 15 0,18-19 16,-5-3-1,-3-4-15,-1-1 0,-9 27 16,0-25-16,-4-1 16,-5-2-16,-7 0 15,-3 5-15,-1 1 16,-4 4-16,24 18 15,-23-14-15,-2 4 16,-3 3-16,2 7 16,-1 2-16,27-2 15,-30 7-15,1 2 0</inkml:trace>
  <inkml:trace contextRef="#ctx0" brushRef="#br1" timeOffset="190866.28">8861 12220 0,'0'0'0,"0"0"0,0 0 0,1 3 16,1 7-16,-2-10 15,6 17-15,2 1 16,-8-18-16,9 19 16,-1 3-16,-3 1 15,-5-23-15,5 22 0,-5-22 16,6 18-16,-6-18 15,3 17-15,-3-17 16,1 12-16,-1-12 16,3 6-16,-3-6 15,3-1-15,0-5 16,-3 6-16,3-16 16,-2-1-16,-1 17 15,5-19-15,1 0 16,-6 19-16,10-19 15,-10 19-15,10-17 0,-10 17 16,10-15-16,-10 15 16,11-14-16,-11 14 15,7-10-15,-7 10 16,8-5-16,3 9 16,-11-4-16,11 8 15,-2 6-15,-9-14 16,7 18-16,1-1 15,-8-17-15,5 22 16,-5-22-16,5 18 16,-5-18-16,5 18 0,-5-18 15,7 15-15,-7-15 16,6 10-16,4-9 16,-1-7-16,-9 6 15,15-8-15,-5-4 16,0-4-16,-10 16 15,10-18-15,3 2 16,-13 16-16,10-20 0,-10 20 16,15-18-16,-15 18 15,10-20-15,-10 20 16,9-19-16,-9 19 16,8-18-16,-8 18 15,6-13-15,-6 13 16,4-11-16,-4 11 15,1-3-15,-1 3 16,0 1-16,-1 8 16,1-9-16,-1 15 15,1 4-15,1 1 0,1 3 16,-2-23-16,0 21 16,4 0-16,1 1 15,-5-22-15,9 17 16,-9-17-16,8 18 15,-8-18-15,8 16 16,-8-16-16,6 17 16,-6-17-16,9 14 15,0-7-15,1-10 16,-1-6-16</inkml:trace>
  <inkml:trace contextRef="#ctx0" brushRef="#br1" timeOffset="191366.31">9373 12202 0,'0'0'0,"0"0"0,0 0 16,1 0-16,-1 0 15,-3-2-15,0 7 16,3-5-16,-9 11 15,2 2-15,7-13 0,-11 15 16,3 4-16,8-19 16,-9 21-16,8-1 15,1-20-15,2 21 16,-2-21-16,4 21 16,6-3-16,-10-18 15,13 15-15,3-3 16,-16-12-16,21 7 15,1-5-15,-22-2 0,18-4 16,1-5-16,-19 9 16,13-15-16,-1-4 15,-12 19-15,2-27 16,-3 0-16,1 27 16,-6-30-16,6 30 15,-9-26-15,-7 5 16,16 21-16,-16-17 15,-3 11-15,-1 4 16,20 2-16,-20 5 0,20-5 16,-13 6-16</inkml:trace>
  <inkml:trace contextRef="#ctx0" brushRef="#br1" timeOffset="192303.79">9620 12198 0,'0'0'0,"0"0"0,8 2 0,-8-2 0,6 5 0,1 4 15,-7-9-15,2 15 16,-2 0-16,0-15 15,-7 20-15,-1-1 16,8-19-16,-10 21 16,10-21-16,-6 19 15,6-19-15,-4 18 16,4-18-16,-1 13 0,1-13 16,1 11-16,-1-11 15,6 6-15,-6-6 16,8-3-16,4-6 15,-12 9-15,7-16 16,0-2-16,-7 18 16,10-22-16,-2 3 15,-8 19-15,13-20 16,0 2-16,-13 18 16,14-17-16,-14 17 15,14-13-15,-14 13 16,14-6-16,0 6 0,-14 0 15,13 7-15,-2 4 16,-11-11 0,13 16-16,-13-16 0,5 19 15,0 2-15,-5-21 16,5 23-16,-5-23 16,8 17-16,-8-17 15,12 11-15,2-6 16,-14-5-16,18-4 0,1-3 15,-4-8-15,-15 15 16,16-18-16,-4-4 16,-2-5-16,-1-1 15,-3 0-15,0-1 16,-5 2-16,-1 27 16,2-27-16,0 2 15,-2 25-15,3-28 16,-3 28-16,1-22 15,-1 22-15,1-18 16,-1 18-16,-2-13 0,2 13 16,-6-5-16,-1 6 15,7-1-15,-7 12 16,3 4-16,1 10 16,2-1-16,0-1 15,3 0-15,-2-24 16,2 23-16,3 2 15,-2 1-15,4 0 16,0-3-16,-7-23 16,11 23-16,-1-2 15,4-1-15,-14-20 0,16 14 16,-16-14-16,14 15 16,-14-15-16,13 12 15,-13-12-15,9 4 16,-4-11-16,-2-15 15</inkml:trace>
  <inkml:trace contextRef="#ctx0" brushRef="#br1" timeOffset="193538.16">9849 12122 0,'0'0'0,"0"0"0,4-1 16,-4 1-16,14-3 16,5-2-16,8 2 15,3-2-15,4 1 16,-34 4-16,34-6 16,1 0-16,-35 6 15,38-11-15,0 0 0,0-6 16,-38 17-16,33-19 15,-5 1-15,-5-4 16,-23 22-16,17-18 16,-4-1-16,-13 19 15,3-17-15,-3 0 16,-10 6-16,10 11 16,-11-14-16,-9 7 15,20 7-15,-20-3 16,-3 0-16,23 3 0,-23 3 15,0 3-15,23-6 16,-18 10-16,0 5 16,9 6-16,9-21 15,-11 21-15,2 3 16,7 3-16,1 2 16,1-29-16,-2 28 15,4-1-15,2 5 16,-4-32-16,2 28 15,5 2-15,1-2 16,0 1-16,-8-29 0,6 28 16,-6-28-16,6 24 15,-6-24-15,6 21 16,-6-21-16,4 19 16,-4-19-16,3 12 15,1-6-15,-4-6 16,7-2-16,-7 2 15,6-6-15,1-8 16,-7 14-16,6-18 16,4-3-16,-2 0 0,2 1 15,-10 20-15,12-18 16,4 4-16,-16 14 16,16-10-16,-16 10 15,17-8-15,-17 8 16,15-5-16,-15 5 15,17 0-15,-17 0 16,14 7-16,-4 5 16,-10-12-16,7 18 15,-7-18-15,6 18 16,-6-18-16,5 17 0,-5-17 16,4 16-16,-4-16 15,9 11-15,2-4 16,-11-7-16,15-2 15,-15 2-15,13-4 16,0-9-16,-13 13 16,15-20-16,-2 0 15,-13 20-15,17-19 16,-17 19-16,15-16 16,-15 16-16,14-15 15,-14 15-15,9-11 0,-9 11 16,2-9-16,-2 9 15,-5-5-15,5 5 16,-11-3-16,11 3 16,-12 5-16,12-5 15,-10 11-15,10-11 16,-5 12-16,5 4 16,6-1-16,4 3 15,-10-18-15,11 16 16,-11-16-16,15 18 0,1-1 15,-16-17-15,15 22 16,-15-22-16,17 18 16,-17-18-16,10 16 15,-9-3-15,-10-1 16,-13-10-16,-8-1 16,-14-4-16,-18-6 15</inkml:trace>
  <inkml:trace contextRef="#ctx0" brushRef="#br1" timeOffset="195538.17">10535 10889 0,'0'0'0,"0"0"0,0 0 0,-2 1 16,2-1-16,0-2 15,0 2-15,1-6 16,-1 6-16,-1-6 16,1 6-16,-1-9 15,1 9-15,-2-9 0,2 9 16,0-4-16,0 4 15,0-4-15,0 4 16,-2-3-16,5 6 16,-3-3-16,4 9 15,-3 4-15,2 6 16,2 5-16,-2 3 16,0-4-16,-3 4 15,-1-2-15,2 1 16,-1-1-16,0-25 0,2 27 15,-1 1-15,-4 4 16,3-32-16,-4 30 16,-4-3-16,0-1 15,8-26-15,-6 24 16,6-24-16,-10 18 16,-2-3-16,0-12 15</inkml:trace>
  <inkml:trace contextRef="#ctx0" brushRef="#br1" timeOffset="195897.58">10541 10847 0,'0'0'0,"0"0"0,8-3 0,5-4 16,-13 7-16,19-5 15,3 0-15,-22 5 16,23 2-16,-3 5 16,-20-7-16,17 15 15,-4 7-15,-8 3 16,-8-3-16,-9-3 15,0-1-15,-8-4 16,20-14-16,-21 12 16,-2-1-16,23-11 0,-27 11 15,27-11-15,-23 11 16,4-5-16,3-10 16</inkml:trace>
  <inkml:trace contextRef="#ctx0" brushRef="#br1" timeOffset="196835.09">10778 10899 0,'0'0'0,"0"0"0,0 0 0,2 1 0,3-2 15,-5 1-15,11-3 16,-11 3-16,9-2 16,2-3-16,-11 5 15,11-9-15,1-2 16,-12 11-16,14-14 16,-14 14-16,12-16 15,-12 16-15,7-17 16,-7 17-16,4-17 0,-4 17 15,1-16-15,-1 16 16,-4-13-16,-6 7 16,0 10-16,10-4 15,-13 8-15,1 7 16,12-15-16,-12 18 16,12-18-16,-9 22 15,1 0-15,8-22 16,-6 24-16,9-1 15,6-4-15,-9-19 0,14 14 16,0-4-16,-14-10 16,20 3-16,2-4 15,4-4-15,1-2 16,1-4-16,-2 0 16,-3-3-16,1 2 15,-6-3-15,-2 0 16,-16 15-16,12-16 15,-12 16-15,12-20 16,-5 0-16,-7 20 16,3-22-16,-3 22 0,-2-18 15,2 18-15,-9-14 16,9 14-16,-13-7 16,13 7-16,-13 2 15,13-2-15,-14 9 16,1 6-16,13-15 15,-4 17-15,4-17 16,-2 17-16,2-17 16,7 15-16,10-2 15,3-4-15,-20-9 0,26 9 16,-26-9-16,26 7 16,-26-7-16,21 6 15,-4 1-15,-17-7 16,11 12-16,-11-12 15,6 12-15,-4 2 16,-2-14-16,-3 16 16,-2 3-16,2-1 15,3-18-15,-8 19 16,8-19-16,-6 16 0,6-16 16,0 13-16,0-13 15,6 9-15,7-4 16,9-1-16,0-2 15,-22-2-15,24-2 16,-24 2-16,23-6 16,-2-3-16</inkml:trace>
  <inkml:trace contextRef="#ctx0" brushRef="#br1" timeOffset="200194.87">11722 10868 0,'0'0'0,"0"0"0,0 0 0,1 0 16,-1 0-16,1-6 16,-1 6-16,6-9 15,-6 9-15,9-14 16,0-4-16,-1-3 0,-8 21 15,11-19-15,-11 19 16,11-14-16,-11 14 16,11-12-16,-11 12 15,8-7-15,-8 7 16,11 0-16,0 9 16,-2 8-16,-9-17 15,7 19-15,5 3 16,-4 3-16,-8-25 15,5 27-15,0 0 16,-5-27-16,6 29 0,3-3 16,-9-26-16,9 25 15,-9-25-15,7 18 16,-7-18-16,6 13 16,-6-13-16,6 7 15,4-10-15,-10 3 16,7-9-16,0-6 15,0-5-15,-7 20 16,5-22-16,-1-2 16,4-1-16,-8 25 15,5-23-15,3 2 0,-8 21 16,11-20-16,-11 20 16,12-21-16,-12 21 15,14-17-15,-14 17 16,10-11-16,-10 11 15,12-6-15,-1 10 16,-5 7-16,-3 6 16,-1 2-16,-2-19 15,1 21-15,0 1 16,-1-22-16,7 24 0,-2-3 16,-5-21-16,5 20 15,-5-20-15,5 18 16,-5-18-16,4 13 15,1-10-15,5-7 16,-10 4-16,8-12 16,3-3-16,4-5 15,-5-1-15,5 0 16,-6-1-16,-9 22 16,11-22-16,1 1 15,-12 21-15,11-20 0,-11 20 16,9-15-16,-9 15 15,5-10-15,-5 10 16,5-7 0,-2 9-16,-3-2 0,0 12 15,0 8-15,-1 3 16,1 1-16,-3 1 16,-1-3-16,4-22 15,-1 22-15,5-3 0,-4-19 16,6 19-16,4-4 15,-10-15-15,17 11 16,2-7-16,-19-4 16,21 0-16,1-7 15,8-2-15,-30 9 16,26-13-16,0-2 16,-26 15-16,24-18 15,-4 3-15,-20 15 16,16-17-16,-16 17 15,12-12-15,-12 12 0,10-11 16,-10 11-16,5-4 16,-5 4-16,2 0 15,-2 10-15,0-10 16,-1 14-16,-1 5 16,1 3-16,1-22 15,0 22-15,0-22 16,1 18-16,-1-18 15,5 16-15,-5-16 16,6 13-16,6-5 16,-12-8-16,13-1 0,5-2 15,-18 3 1,16-11-16,0-3 0,-16 14 16,12-20-16,-2-2 15,-10 22-15,3-23 16,-9 1-16,-5-1 15,11 23-15,-18-18 16,-3 3-16,-3 5 16,24 10-16,-25-7 0,4 10 15,21-3-15,-21 7 16,3 6-16,18-13 16,-14 15-16,6 5 15,10 0-15,-2-20 16,5 22-16,10-3 15,-15-19-15,25 16 16,2-5-16,-27-11 16,35 7-16,-1-7 15,8-3-15,-8-10 16,-34 13-16,34-10 0,-6-6 16,-1 0-16,-27 16 15,21-19-15,-5 1 16,-16 18-16,16-17 15,-16 17-15,14-12 16,-14 12-16,8-7 16,-6 6-16,-2 1 15,-2 7-15,-5 7 16,0 7-16,-3 4 16,10-25-16,-4 26 0,-4-2 15,8-24-15,-6 23 16,6-23-16,-3 19 15,3-19-15,-1 13 16,1-13-16,0 9 16,4-6-16,-4-3 15,6-4-15,4-8 16,3-8-16,-13 20 16,15-22-16,1-1 15,0 2-15,-16 21 16,18-16-16,-18 16 0,14-9 15,0 3-15,-14 6 16,14 4-16,-14-4 16,11 11-16,0 8 15,-11-19-15,7 21 16,-7-21-16,9 24 16,2-1-16,-11-23 15,14 18-15,-14-18 16,14 12-16,-1-7 15,5-6-15,-18 1 0,14-10 16,-1-6-16,2-9 16,-6-8-16,-3-4 15,1 3-15,-6-2 16,-2 2-16,2 0 16,-2 0-16,1 1 15,0 33-15,-3-32 16,3 32-16,-1-30 15,1 30-15,-4-27 16,4 27-16,-2-23 16,2 23-16,-2-18 0,2 18 15,-1-10-15,-2 10 16,3 0-16,-2 11 16,-1 7-16,0 8 15,0 1-15,3 1 16,-4-1-16,1 0 15,3 3-15,1 1 16,4 1-16,-3-3 16,1 0-16,-1 0 15,-2-29-15,4 27 0,-2-2 16,4 0-16,-6-25 16,9 20-16,0-3 15,-9-17-15,12 16 16,-12-16-16,12 7 15,4-7-15,-5-7 16,-3-12-16,-6-6 16,-1-5-16,-2-1 15,0-1-15,1 32 16,-3-29-16,-4 2 0,7 27 16,-14-26-16,-2 3 15,16 23-15,-23-14 16,23 14-16,-19-15 15,19 15-15,-16-15 16,16 15-16,-14-11 16,10-1-16,4 12 15,4-12-15,5 5 16,7 3-16,4-2 16,6 3-16,1-2 15,1-1-15,0-2 0,5 0 16,-33 8-16,32-8 15,-2-6-15,1-5 16,-1 3-16,-5-4 16,-5 0-16,-3-2 15,-17 22-15,16-19 16,-8-4-16,-8 23 16,1-26-16,-6 1 15,5 25-15,-11-25 16,11 25-16,-17-22 0,-3 8 15,20 14-15,-22-9 16,1 9-16,21 0 16,-16 7-16,-3 7 15,2 7-15,3 3 16,7 2-16,7-26 16,-9 27-16,6 4 15,1 5-15,-1-2 16,4 5-16,3-3 15,-2 0-15,5 0 0,-1-2 16,-4 2-16,3-1 16,0-1-16,-4-3 15,2-2-15,1-3 16,-1-3-16,-3-23 16,0 21-16,0-21 15,2 18-15,-2-18 16,1 15-16,-1-15 15,0 10-15,2-10 16,-2 0-16,3-9 16,0-4-16,3-4 15,-6 17-15,5-22 0,2-1 16,-7 23-16,5-23 16,0-1-16,-5 24 15,5-23-15,-5 23 16,8-20-16,-8 20 15,8-18-15,6 6 16,1 5-16,-15 7 16,16 2-16,0 8 15,0 5-15,-4 3 0,1 6 16,-3 1-16,-2 0 16,3 4-16,-2 2 15,0-1-15,0 1 16,-9-2-16,-7-4 15,-10-7-15</inkml:trace>
  <inkml:trace contextRef="#ctx0" brushRef="#br1" timeOffset="-195499.11">6403 16325 0,'0'0'0,"0"0"0,0-3 0,0 3 0,-3-11 16,3 11-16,-5-11 16,5 11-16,-4-16 15,4 16-15,-9-16 16,9 16-16,-9-13 16,9 13-16,-7-12 0,7 12 15,-8-9-15,8 9 16,-4-3-16,4 3 15,-2-2-15,2 2 16,-1-2-16,1 2 16,0 2-16,0-2 15,-3 7-15,3-7 16,-3 8-16,3-8 16,-3 13-16,0 5 15,3-18-15,-3 21 0,-1 3 16,4 4-16,0 0 15,0-28-15,-2 25 16,2-2-16,0-23 16,1 26-16,-1 1 15,1 0-15,3 3 16,-4 0-16,0 2 16,1-2-16,1 0 15,1 2-15,-3-1 16,0 1-16,1-2 15,1 0-15,-2-3 0,0-1 16,0-26-16,-2 24 16,2-24-16,-1 23 15,1-6-15,-3-11 16,3-6-16</inkml:trace>
  <inkml:trace contextRef="#ctx0" brushRef="#br1" timeOffset="-195092.82">6684 16308 0,'0'0'0,"0"0"0,2 3 0,1 5 0,3 3 0,-2 8 16,-4 4-16,-4 1 16,8 2-16,-4 3 15,0 1-15,3 2 16,-3 2-16,0 0 15,0 3-15,4-1 16,-3 0-16,0 1 16,3-1-16,-2-1 15,1 0-15,-3-3 16,2-2-16,-3 1 16,1-31-16,1 28 0,-1-28 15,2 19-15</inkml:trace>
  <inkml:trace contextRef="#ctx0" brushRef="#br1" timeOffset="-191232.64">6856 16880 0,'0'0'0,"0"0"16,0 0-16,-3 2 0,3-2 0,0-2 15,0 2-15,-2 2 16,-5 2-16,1 8 16,-6 6-16,-2 7 15,4 8-15,-3 8 16,4 3-16,-1-1 16,1 6-16,-1-1 0,10-48 15,-11 44-15</inkml:trace>
  <inkml:trace contextRef="#ctx0" brushRef="#br1" timeOffset="-190763.89">7148 16323 0,'0'0'0,"0"0"0,0 0 0,1 1 15,2 8-15,-2 10 16,1 6-16,-5 9 16,3 9-16,-5 2 15,0 6-15,0 5 16,1 4-16,0-1 15,4-3-15,0-56 0,5 51 16,-5-51-16,2 41 16,1-14-16</inkml:trace>
  <inkml:trace contextRef="#ctx0" brushRef="#br1" timeOffset="-190232.25">7369 16366 0,'0'0'0,"0"0"0,3-4 15,-3 4-15,9-7 16,3-3-16,-12 10 16,16-10-16,4 1 15,5 2-15,1 6 0,0 2 16,-3 5-16,-23-6 16,26 6-16,-3 9 15,-3 7-15,-6 3 16,-1 4-16,-11 3 15,-3 4-15,-9 0 16,-2 0-16,-6-1 16,2-2-16,2 0 15,2-1-15,-1-5 16,13-27-16,-13 26 0,4 0 16,9-26-16,-9 26 15,5-6-15,4-20 16,8 18-16,6-7 15,12-5-15,5-9 16,1-2-16,1-2 16,4-4-16,-4-2 15,0 5-15,3-1 16,-36 9-16,34-9 0,-7-4 16</inkml:trace>
  <inkml:trace contextRef="#ctx0" brushRef="#br1" timeOffset="-189669.78">8071 16438 0,'0'0'0,"0"0"0,0 0 0,-2-5 0,0-5 0,2 10 16,-7-12-16,7 12 15,-4-13-15,4 13 16,-2-14-16,2 14 16,1-12-16,7-2 15,-8 14-15,19-13 16,3 4-16,9 3 15,-31 6-15,31-3 0,-5 5 16,-1 7-16,-25-9 16,25 10-16,-10 10 15,-7 9-15,1 0 16,-8 3-16,-5 0 16,-3 1-16,0-3 15,-4 3-15,0 1 16,2-2-16,-5-4 15,14-28-15,-10 31 16,4-4-16,6-27 0,-7 25 16,5-7-16,2-18 15,7 17-15,0-7 16,7-6-16,-14-4 16,22 3-16,1-4 15,14-4-15,1 0 16,-2 2-16,-1-3 15,-4 6-15,-31 0 16,26 0-16,-26 0 16,24 0-16,-3 5 0</inkml:trace>
  <inkml:trace contextRef="#ctx0" brushRef="#br1" timeOffset="-148193.56">17548 6595 0,'0'0'0,"0"0"0,0 0 0,-1 1 16,-1 2-16,2-3 15,0 7-15,-2 2 16,2-9-16,-3 15 16,-2 4-16,5-19 0,-5 22 15,5-22-15,-6 19 16,6-19-16,-8 16 16,8-16-16,-11 5 15,0-7-15,11 2 16,-6-14-16,6 14 15,0-19-15,0-6 16,0 25-16,3-25 16,3 1-16,-6 24 15,4-24-15,-4 24 0,3-18 16,-3 18 0,5-16-16,-5 16 0,4-8 15,-4 8-15,0 0 16,0 0-16,3 7 15,2 3-15,-5-10 16,9 14-16,3-3 16,-12-11-16,16 11 15,2-2-15,-18-9 16,21 5-16,-2-4 16,-19-1-16,24-1 0,-4-6 15,-20 7-15,23-11 16,-3-1-16,-20 12 15,18-15-15,-18 15 16,16-19-16,-16 19 16,8-18-16,-8 18 15,4-18-15,-4 18 16,0-12-16,0 12 16,-5-8-16,-2 9 15,7-1-15,-14 11 16,4 7-16,-1 5 0,0 3 15,-1 0-15,3 3 16,3 1-16,-3 2 16,7 4-16,-4-4 15,2 3-15,-3 2 16,0 0-16,1-4 16,1 1-16,-2-1 15,7-33-15,-4 30 16,-4-5-16,8-25 15,-8 23-15,0-3 0,8-20 16,-10 12-16,-5-6 16,-8-2-16,2-8 15,21 4-15,-25-6 16,25 6-16,-21-7 16,21 7-16,-17-9 15,17 9-15,-11-13 16,9 1-16</inkml:trace>
  <inkml:trace contextRef="#ctx0" brushRef="#br1" timeOffset="-147131.09">17796 6852 0,'0'0'0,"0"0"0,0 0 0,0-3 16,0 3-16,2-5 0,-2 5 16,-2-6-16,-2 3 15,4 3-15,-11 3 16,-3 5-16,14-8 15,-15 16-15,1 5 16,3 4-16,5 0 16,4-1-16,2-24 15,2 24-15,7-2 16,-9-22-16,11 19 0,-11-19 16,17 19-16,5-6 15,-22-13-15,23 10 16,1-8-16,-24-2 15,27-5-15,-6-5 16,0-6-16,-21 16 16,17-21-16,-5-1 15,-3-4-15,-9-1 16,0 27-16,-6-27 16,-5 4-16,11 23 0,-20-21 15,-5 3-15,-1 4 16,26 14-16,-26-11 15,26 11-15,-27-5 16,2 7-16,3 5 16,22-7-16,-16 14 15,6 3-15,10-17 16,-3 21-16,6-7 16,-3-14-16,14 14 15,10-8-15,11-7 16,1-5-16,-2-6 0,0 0 15,-7-2-15,-1-2 16,1-2-16,-2 0 16,-1-8-16,-1 3 15,-3-4-15,-3-4 16,-5 5-16,-3-2 16,-1 1-16,-8 27 15,10-27-15,-6 0 16,-4 27-16,3-28 15,-3 28-15,0-21 16,0 21-16,2-18 0,-2 18 16,-1-9-16,1 11 15,-1 9-15,4 8 16,0 5-16,-4 2 16,-1 3-16,4 1 15,-3 3-15,-1-4 16,4 2-16,3 0 15,-3-1-15,2-1 16,-2-3-16,-2-2 16,0 0-16,0-24 15,0 22-15,-1-3 0,1-19 16,2 20-16,-1-5 16,-1-15-16,9 8 15,1-3-15,-10-5 16,11-5-16,6-3 15,4-6-15,0-1 16,0-1-16,2 0 16,-4-1-16,-3-2 15,-16 19-15,12-25 16</inkml:trace>
  <inkml:trace contextRef="#ctx0" brushRef="#br1" timeOffset="-146927.93">17996 6710 0,'0'0'0,"0"0"0,9-3 0,7-5 16,15-5-16,15 2 15,5-3-15,12 0 0,-8 0 16</inkml:trace>
  <inkml:trace contextRef="#ctx0" brushRef="#br1" timeOffset="-145833.82">18493 6887 0,'0'0'0,"0"0"0,2-2 15,-2 2-15,3-8 0,0-1 16,-3 9-16,-1-13 16,2-3-16,-1 16 15,-6-19-15,-4 1 16,-4 0-16,14 18 16,-17-15-16,-3 2 15,-2 3-15,22 10 16,-22-8-16,1 6 15,3 10-15,2 6 16,0 3-16,16-17 16,-11 21-16,4 3 15,4 5-15,3-29 0,-1 28 16,5-1-16,-4-27 16,11 27-16,-11-27 15,10 19-15,-10-19 16,12 14-16,1-8 15,-13-6-15,12 0 16,-2-9-16,-10 9 16,11-16-16,-11 16 15,8-17-15,0-2 0,-8 19 16,9-17-16,-9 17 16,4-11-16,-4 11 15,6-13-15,-6 13 16,7-5-16,-7 5 15,9 2-15,2 6 16,-1 8-16,-10-16 16,13 23-16,-13-23 15,11 19-15,-11-19 16,12 21-16,-12-21 16,17 18-16,-17-18 0,17 11 15,4-7-15,2-12 16,1-7-16,-2-2 15,0-6-15,-1-4 16,-2-5-16,2-3 16,-1-5-16,-1-1 15,1 5-15,-5-3 16,1 2-16,2 0 16,-6-2-16,-7 1 15,5 7-15,-10 31 0,7-32 16,-3 3-16,-4 29 15,-4-28-15,4 28 16,-2-20-16,-5 5 16,7 15-16,-7 1 15,-4 10-15,1 16 16,-2 2-16,4 5 16,-2 1-16,-1 4 15,2-3-15,6 6 16,-2 0-16,1 0 15,0 1-15,4 1 0,-1-1 16,-2-3-16,5-6 16,2 1-16,-4-35 15,10 28-15,2-4 16,-12-24-16,19 17 16,2-5-16,5-8 15,0-5-15,-5-8 16,4 1-16,-25 8 15</inkml:trace>
  <inkml:trace contextRef="#ctx0" brushRef="#br1" timeOffset="-142802.15">19362 6828 0,'0'0'0,"0"0"0,2-6 0,1-3 0,-3 9 15,9-10-15,0-4 16,5-4-16,-14 18 16,10-17-16,2-3 15,-6-7-15,-6 27 16,7-26-16,-7 26 15,4-25-15,-4 25 16,4-19-16,-4 19 16,2-11-16,6 11 15,-3 11-15,-2 5 16,3 6-16,6 6 0,-1 0 16,-11-28-16,5 29 15,3 1-15,2 1 16,-10-31-16,6 31 15,-6-31 1,3 27-16,-3-27 0,5 22 16,-5-22-16,1 15 15,-1-9-15,0-6 16,1-6-16,1-7 16,-2 13-16,-2-21 15,5-4-15,2-8 0,-5 33 16,4-29-1,5 1-15,-9 28 0,9-25 16,-9 25-16,12-22 16,-12 22-16,10-15 15,1 11-15,-11 4 16,8 3-16,5 10 16,0 8-16,-2 1 15,0 4-15,-4-1 0,-7-25 16,6 25-16,-6-25 15,5 25-15,-5-25 16,4 22-16,-4-22 16,5 18-16,-5-18 15,6 12-15,1-11 16,4-8-16,2-7 16,3-4-16,2-3 15,-3-1-15,1-3 16,4 7-16,-20 18 0,17-20 15,-2 0-15,-15 20 16,18-19-16,-18 19 16,12-13-16,-12 13 15,7-8-15,1 8 16,-2 9-16,0 7 16,0 2-16,-6-18 15,3 21-15,1 2 16,5 0-16,-9-23 15,10 23-15,-10-23 16,9 17-16,-9-17 0,8 13 16,5-4-16,-13-9 15,13 0-15,-3-4 16,4-6-16,-14 10 16,15-15-16,-15 15 15,14-16-15,-14 16 16,12-16-16,-1 0 15,-11 16-15,10-15 16,-4 4-16,-6 11 16,2-2-16,2 8 0,-4-6 15,-1 11-15,3 5 16,-2-16-16,2 25 16,4-1-16,-6-24 15,5 25-15,-5-25 16,8 21-16,-8-21 15,10 19-15,-10-19 16,16 13-16,0-10 16,3-7-16,2-7 15,-7-5-15,-4-6 16,6 1-16,-16 21 16,12-23-16,-4-5 0,-5 2 15,-3 26-15,1-29 16,-6 2-16,5 27 15,-11-22-15,-4 5 16,15 17-16,-20-11 16,20 11-16,-26-1 15,2 10-15,0 8 16,7 5-16,4 0 16,13-22-16,-11 22 0,11-22 15,-3 21-15,9-5 16,-6-16-16,14 15 15,5-7-15,4-6 16,5-8 0,-5-9-16,3 1 0,-3-6 15,2-3-15,-1 2 16,1 0-16,-5-1 16,-20 22-16,22-14 15,-22 14-15,18-15 0,-18 15 16,15-10-16,-2 11 15,-1 9-15,-5 6 16,0 4-16,-2 5 16,-1-1-16,-4-24 15,4 24-15,-4-24 16,2 24-16,1 0 16,-3-24-16,3 26 15,-3-26-15,2 19 16,-2-19-16,0 11 0,1-4 15,-1-7-15,1-4 16,0-4-16,-1 8 16,8-16-16,-3-7 15,-5 23-15,9-30 16,3-2-16,-12 32 16,16-29-16,-1 2 15,-15 27-15,18-24 16,-18 24-16,16-15 15,-3 5-15,-13 10 0,13 3 16,-4 5-16,-1 8 16,-8-16-16,8 21 15,4 3-15,-1 2 16,-11-26-16,10 25 16,5-5-16,-2-2 15,-13-18-15,17 7 16,-1 0-16,0-11 15,-16 4-15,19-9 16,-2-6-16,3-9 16,-20 24-16,13-25 0,2-1 15,-15 26-15,13-29 16,-13 29-16,7-22 16,-7 22-16,3-18 15,-3 18-15,-3-17 16,-3 11-16,-4 10 15,-1 7-15,4 5 16,-1 3-16,-1 5 16,3 1-16,6-25 15,-2 24-15,2 2 0,7 0 16,-7-26-16,11 22 16,1-7-16,-12-15 15,21 13-15,0-8 16,4-7-16,-25 2 15,21-8-15,2-5 16,3-8-16,-9-2 16,-17 23-16,18-24 15,-18 24-15,16-23 16,-1-1-16,-15 24 16,12-23-16,-12 23 15,11-15-15,-11 15 0,7-11 16,-7 11-16,10-5 15,-3 11-15,1 8 16,-8-14-16,7 20 16,0 2-16,-7-22 15,8 25-15,1-3 16,-9-22-16,12 19 16,7-3-16,-19-16 15,22 9-15,-1-5 0,-21-4 16,24-4-16,-1-5 15,0-7-15,-4-2 16,0-1-16,-19 19 16,15-21-16,0 0 15,-15 21-15,12-22 16,-3 3-16,-9 19 16,8-23-16,-8 23 15,5-18-15,-5 18 16,3-15-16,-3 15 0,0-9 15,0 9-15,-3-6 16,3 6-16,-3-2 16,1 9-16,-3 6 15,1 8-15,-1 2 16,-1 3-16,0 3 16,1 1-16,-2 0 15,1 5-15,-2-5 16,1 5-16,-4 5 15,6 2-15,-1 2 16,3 1-16,1-1 0,1-1 16,-7 0-16,6 0 15,-3 0-15,-1-3 16,0-5-16,6-35 16,-5 31-16,5-31 15,-11 25-15,-2-6 16,13-19-16,-16 11 15,1-9-15,-4-12 16,0-9-16,1-8 16,5-4-16,-2-2 0,4-1 15,9-4-15,5-1 16,7-1-16,7 2 16,2-2-16,8 5 15,7-2-15,3 5 16,2 2-16,4 6 15,-5 3-15,0-4 16</inkml:trace>
  <inkml:trace contextRef="#ctx0" brushRef="#br1" timeOffset="-142192.75">21934 6392 0,'0'0'0,"0"0"0,0 0 15,-1-2-15,-6-2 16,7 4-16,-16 0 16,1 6-16,-9 2 15,24-8-15,-22 18 0,2 5 16,3 7-16,7 7 15,5 2-15,2-4 16,3 5-16,5-1 16,-3 3-16,2 1 15,2 1-15,-3 3 16,0-2-16,-4-2 16,-1 2-16,0-3 15,3 0-15,-2-3 16,-2 0-16,2-2 0,-4-3 15,0-3-15,1-5 16,4-26-16,-3 25 16,3-25-16,-5 19 15,5-19-15,-6 16 16,5-11-16,-3-9 16,1-9-16,-4-6 15,1-5-15,0-3 16,2-5-16,1-3 0</inkml:trace>
  <inkml:trace contextRef="#ctx0" brushRef="#br1" timeOffset="-141833.4">21765 6744 0,'0'0'0,"-2"-8"0,2 8 0,0-14 16,3-4-16,4-5 15,1-1-15,-8 24 16,13-17-16,4 0 16,3 8-16,2 5 0,-1 6 15,-21-2-15,23 9 16,-2 6-16,2 3 16,-23-18-16,20 23 15,-8-1-15,-12-22 16,8 25-16,-10-2 15,-9-2-15,-12-4 16,1 0-16,-6-8 16,28-9-16,-28 8 15,28-8-15,-26 6 0,26-6 16,-22 8-16,7-12 16,15 4-16,4-10 15</inkml:trace>
  <inkml:trace contextRef="#ctx0" brushRef="#br1" timeOffset="-140364.65">22299 6621 0,'0'0'0,"0"0"0,4-7 0,2-5 15,-6 12-15,8-15 16,-4-1-16,-7 1 0,-7-1 15,-5 7-15,-4 1 16,-3 5-16,1 4 16,-2 5-16,23-6 15,-20 9-15,-2 7 16,-2 7-16,5 3 16,4 1-16,1 4 15,14-31-15,-6 27 16,3-2-16,3-25 15,1 29-15,-1-29 0,5 23 16,7-5-16,6-5 16,-18-13-16,21 11 15,0-11-15,0-5 16,-2-10-16,0 0 16,-19 15-16,20-20 15,0 2-15,-4-5 16,-16 23-16,18-21 15,-18 21-15,15-18 16,-15 18-16,13-18 16,-13 18-16,9-14 0,-2 9 15,-7 5-15,4 3 16,-2 7-16,-2-10 16,1 21-16,-4-1 15,3-20-15,-7 22 16,3-1-16,4-21 15,2 20-15,-2-20 16,3 15-16,10-5 16,-13-10-16,15 6 0,2-7 15,-17 1-15,19-11 16,1-2-16,-20 13 16,22-17-16,-2-4 15,-20 21-15,17-26 16,-17 26-16,15-22 15,-15 22-15,14-25 16,-14 25-16,8-22 16,-8 22-16,5-13 15,-5 13-15,3-7 16,2 8-16,-3 10 0,-1 6 16,2 3-16,-2 2 15,-1 1-15,1 2 16,-1-25-16,4 24 15,-4-24-15,2 23 16,7 2-16,-9-25 16,16 21-16,1-3 15,6-8-15,1-13 16,2-1-16,2-7 16,0-8-16,1 2 15,2-1-15,-5-4 0,-2-2 16,1 2-16,-1 3 15,-24 19-15,17-22 16,-17 22-16,14-21 16,-5 2-16,-9 19 15,-4-19-15,-6 4 16,10 15-16,-20-10 16,-4 11-16,-4 6 15,28-7-15,-27 12 0,3 6 16,3 4-16,6 1 15,5 2-15,10-25 16,0 20-16,0-20 16,8 20-16,7-4 15,7-6-15,0-3 16,-22-7-16,23 2 16,4-6-16,0-7 15,-3-4-15,-2-4 16,-2-7-16,-4 0 0,-3 2 15,-4-5-15,4-1 16,-4 0-16,-8 1 16,-1 29-16,5-32 15,-2 2-15,2 0 16,-4 3-16,-1 27 16,3-25-16,-3 25 15,3-20-15,-3 20 16,4-12-16,-4 12 15,3-7-15,-1 12 16,-2 8-16,0-13 0,-2 23 16,-1 6-1,-7 11-15,3 3 0,2-2 16,-2 4-16,-4-3 16,0-2-16,3-4 15,1-3-15,7-33 16,-4 32-16,4-3 15,0-29-15,8 24 16,4-7-16,-12-17 16,24 5-16,5-8 0,8-8 15,2-10-15,0-5 16,-10 0-16</inkml:trace>
  <inkml:trace contextRef="#ctx0" brushRef="#br1" timeOffset="-140130.28">22481 6399 0,'0'0'0,"0"0"0,0 0 0</inkml:trace>
  <inkml:trace contextRef="#ctx0" brushRef="#br1" timeOffset="-139661.52">23387 6599 0,'0'0'0,"0"0"0,7 0 15,5 0-15,5 1 16,7-1-16,1 0 16,5-1-16,-1-1 15,-1 1-15,-28 1 16,25 0-16,2 1 0,-27-1 15,25 1-15,-25-1 16,24 2-16,-4 0 16</inkml:trace>
  <inkml:trace contextRef="#ctx0" brushRef="#br1" timeOffset="-139473.63">23464 6819 0,'0'0'0,"7"-1"0,11-4 16,11 1-16,12-1 0,15-4 16,8 3-16,2-3 15</inkml:trace>
  <inkml:trace contextRef="#ctx0" brushRef="#br1" timeOffset="-137473.62">24675 6120 0,'0'0'0,"0"0"0,0 0 15,0 0-15,0-2 16,-3 9-16,-2 4 16,-2 5-16,-6 6 15,1 6-15,-2 4 16,4 4-16,1 3 16,2 2-16,4 0 0,0-1 15,3 3-15,3-3 16,0-5-16,4-2 15,0-1-15,0-3 16,-7-29-16,10 29 16,-1-1-16,-1-3 15,-8-25-15,11 22 16,-11-22-16,12 19 16,-2-3-16,-10-16 15,16 13-15,-16-13 0,15 10 16,7-7-16,6-2 15,-28-1-15,30-1 16,0-4-16,0-5 16,-2 0-16,-28 10 15,29-9-15,-29 9 16,24-9-16,-24 9 16,21-6-16,-1 1 15,-14-6-15,-8-2 16</inkml:trace>
  <inkml:trace contextRef="#ctx0" brushRef="#br1" timeOffset="-137192.37">24563 6534 0,'0'0'0,"0"0"0,5-2 0,9-5 15,6-3-15,8 0 0,2-2 16,4-1-16,1 0 16,0-1-16,-35 14 15,34-14-15,-1 4 16,-33 10-16,31-16 15,-8-1-15</inkml:trace>
  <inkml:trace contextRef="#ctx0" brushRef="#br1" timeOffset="-136973.59">24614 6104 0,'0'0'0,"15"-7"0,10-1 0,14-4 16,14 0-16,2 2 0,2 2 15,-3-4-15</inkml:trace>
  <inkml:trace contextRef="#ctx0" brushRef="#br1" timeOffset="-135926.72">25223 6195 0,'0'0'0,"0"0"0,5 4 0,-5-4 16,14 10-16,-5 4 16,-3 4-16,0 4 15,-5 4-15,-4 5 16,0-2-16,-1-1 0,-1 2 15,1 1-15,-5 1 16,2 1-16,0-1 16,7-32-16,-4 29 15,4-29-15,-2 28 16,2-28-16,-3 22 16,3-22-16,-2 15 15,2-15-15,-2 6 16,4-12-16,0-14 15,5-8-15,0-2 0,3-6 16,0-1 0,1 3-16,5-3 15,-6-1-15,-2 1 0,4 2 16,-3 1-16,2 2 16,2 3-16,3 2 15,-16 27-15,16-23 16,1 4-16,4 6 15,2 4-15,-23 9 16,19 2-16,2 9 16,0 10-16,-7 8 0,-3 3 15,-5 4-15,-5-1 16,2 5-16,0 4 16,-5-4-16,-3-1 15,-3-4-15,8-35 16,-10 34-16,0-8 15,10-26-15,-5 26 16,5-26-16,-5 18 16,5-18-16,-2 9 15,3-13-15,-1-19 0,5-2 16,5-7-16,3 0 16,2 0-16,1-1 15,1 1-15,0-2 16,1-3-16,-3 4 15,4 0-15,-2-2 16,0 3-16,3 9 16,-20 23-16,21-18 15,-21 18-15,20-17 16,4 8-16,-4 9 16,-20 0-16,17 6 0,-4 13 15,-4 8-15,-2 6 16,-1-1-16,-6 3 15,0 4-15,1-2 16,0 1-16,-4-3 16,6 3-16,0-7 15,-3 4-15,2 1 16,1-5-16,-2-1 16,2 0-16,-3-30 15,0 27-15,2-4 0,-2-23 16,6 23-16,2-11 15</inkml:trace>
  <inkml:trace contextRef="#ctx0" brushRef="#br1" timeOffset="-135504.87">26191 6085 0,'0'0'0,"0"0"0,4 6 15,-4 7-15,-3 7 0,0 6 16,-5 8-16,1 0 16,1 2-16,-4 3 15,3 0-15,-2-1 16,1 3-16,0-3 16,3-2-16,2 6 15,-2-5-15,5-2 16,2-1-16,-3-4 15,1-30-15,-4 25 0,4-25 16,-3 22-16,3-22 16,-4 18-16,0-14 15</inkml:trace>
  <inkml:trace contextRef="#ctx0" brushRef="#br1" timeOffset="-135129.86">26643 6300 0,'0'0'0,"0"0"0,6 4 0,4 4 15,3 6-15,6 5 0,1 2 16,3 3-16,2-1 16,-2-1-16,-1-1 15,1 0-15,4 0 16,-1-4-16,3 2 15,-3-1-15,-26-18 16,21 19-16,-21-19 16,19 16-16,-4 1 15,-14-8-15,-3-11 16,-5-9-16</inkml:trace>
  <inkml:trace contextRef="#ctx0" brushRef="#br1" timeOffset="-134864.22">26906 6171 0,'0'0'0,"0"0"0,-7 7 0,-6 15 0,-10 6 16,-1 6-1,-8 3-15,-4 2 0,7 1 16,-2 2-16,-1-1 16,3 4-16,-6-1 15,-1 1-15,8-3 16,28-42-16,-26 33 16</inkml:trace>
  <inkml:trace contextRef="#ctx0" brushRef="#br1" timeOffset="-134270.48">27351 6146 0,'0'0'0,"0"0"0,3 6 0,10 8 0,-4 6 16,2 7-16,-7 3 16,3 1-16,-6-1 15,2 1-15,-4-1 16,1-30-16,-4 27 15,-5-3-15,9-24 16,-8 20-16,8-20 16,-10 17-16,10-17 0,-10 7 15,6-11-15,1-11 16,2-9-16,5-4 16,6-7-16,-1 2 15,-1 3-15,5-4 16,-2 4-16,0 2 15,4 3-15,1-3 16,3 7-16,3 0 16,3 3-16,-1 3 15,3 7-15,2 5 0,-3 3 16,4 3-16,-1 6 16,-2 7-16,-5 5 15,7 1-15,-2 10 16,-9 1-16,-2 6 15,0 5-15,-11 7 16,-5 4-16,3 5 16,-9 5-16,-4 7 15,-3-1-15</inkml:trace>
  <inkml:trace contextRef="#ctx0" brushRef="#br1" timeOffset="-126331.33">19434 8851 0,'0'0'0,"6"0"0,7 0 0,4 3 16,6-1-16,0-4 16,-23 2-16,28-1 15,-3 1-15,-25 0 16,25 1-16,-25-1 16,25 1-16,-25-1 15,20 6-15,-20-6 0</inkml:trace>
  <inkml:trace contextRef="#ctx0" brushRef="#br1" timeOffset="-126065.74">19321 9067 0,'0'0'0,"0"0"0,2-1 15,4-5-15,7 0 16,4 2-16,10-4 16,4 2-16,2-1 15,2 3-15,1-2 16,2 1-16,-2-2 15,1 0-15,-3 0 16</inkml:trace>
  <inkml:trace contextRef="#ctx0" brushRef="#br1" timeOffset="-125331.38">20393 8611 0,'0'0'0,"0"0"0,-2-1 0,-4-3 16,6 4-16,-9 2 0,-7 1 15,-7 4-15,-2 6 16,-3 1-16,0-2 15,3 5-15,0 1 16,0 3-16,3 1 16,2 2-16,-1 0 15,6 0-15,0 1 0,4 2 16,-1-2-16,4-2 16,0 1-16,8-1 15,0-23-15,5 27 16,4-4-16,2 2 15,-11-25-15,12 23 16,4-4-16,1-4 16,-17-15-16,23 11 15,-2-8-15,-21-3 16,30-1-16,-3-9 16,5-5-16,-7-3 15,-25 18-15,23-20 0,-7-1 16,-16 21-16,11-19 15,-11 19-15,5-21 16,-5 21-16,-2-19 16,-11 2-16,-6 7 15,-8 9-15,0 4 16,0 7-16,3 7 16,-3 7-16,3 2 15,2 4-15,0 1 16,22-31-16</inkml:trace>
  <inkml:trace contextRef="#ctx0" brushRef="#br1" timeOffset="-125034.45">20533 9056 0,'0'0'0,"0"0"0,2 9 0,-2 11 15,-6 9-15,-5 6 16,2 4-16,-2 3 0,-5 1 16,-4-8-16</inkml:trace>
  <inkml:trace contextRef="#ctx0" brushRef="#br1" timeOffset="-123002.84">21252 8696 0,'0'0'0,"0"0"0,0-6 0,-1-5 0,1 11 0,-4-16 16,-1 0-16,5 16 15,-10-14-15,-4 8 16,-7 8-16,-1 3 15,-6 4-15,0 3 16,0 5-16,0 3 16,2 5-16,0 4 15,5 2-15,3 0 16,4 1-16,-1 0 16,7 5-16,1 0 15,7-4-15,0 3 0,8-7 16,1-2-16,4-5 15,0-1-15,3-6 16,7 2-16,-1-13 16,1-3-16,1-4 15,-3-6-15,3-6 16,-4 0-16,-20 15 16,20-17-16,-7 0 15,-13 17-15,5-22 0,-5 22 16,0-18-16,-7 0 15,-5 11-15,-3 5 16,-2 9-16,-2 8 16,3 5-16,5 1 15,11-21-15</inkml:trace>
  <inkml:trace contextRef="#ctx0" brushRef="#br1" timeOffset="-119902.58">21529 8650 0,'0'0'0,"0"0"0,0 0 0,0 0 0,0 0 16,4 0-16,-4 0 16,4 8-16,1 4 15,-5-12-15,3 17 0,-4 3 16,1-20-1,-5 25-15,5-25 0,-3 20 16,3-20-16,-2 13 16,1-8-16,2-9 15,-1 4-15,2-13 16,4-5-16,1-4 16,-1-2-16,-6 24 15,8-24-15,-1 5 16,-7 19-16,5-20 0,-5 20 15,9-17-15,-9 17 16,9-12-16,-9 12 16,12-9-16,-12 9 15,10-3-15,4 6 16,-1 6-16,3-3 16,-4 6-16,-12-12 15,14 6-15,6-2 16,0-1-16,5 0 15,0-6-15,1-2 0,-1-2 16,-25 7-16,27-7 16,-3 1-16,-24 6 15,28-8-15,-3 1 16,-25 7-16,19-10 16,-19 10-16,14-10 15,-14 10-15,7-8 16,-7 8-16,3-5 15,-3 5-15,0 2 16,0-2-16,-3 7 16,-5 4-16,-11 3 0,4 4 15,-2 1-15,2 2 16,4 5-16,-3-1 16,-2 5-16,-2 2 15,6-2-15,-1 2 16,-1 3-16,1 7 15,-5-3-15,2 2 16,-2 1-16,1-6 0,3 4 16,-2 5-16,-1 3 15</inkml:trace>
  <inkml:trace contextRef="#ctx0" brushRef="#br1" timeOffset="-117969.38">22029 9103 0,'0'0'0,"0"0"0,0 5 0,-2 8 0,-4 2 16,0 5-16,-7 6 0,3 1 15,0-1 1,10-26-16</inkml:trace>
  <inkml:trace contextRef="#ctx0" brushRef="#br1" timeOffset="-117266.21">22505 8531 0,'0'0'0,"0"0"0,3-3 0,7-7 15,9 2-15,1 1 16,-20 7-16,27-7 16,1 6-16,1 5 15,-1 0-15,-6 7 16,-3 0-16,-19-11 16,17 14-16,-10 1 15,-7 7-15,-4-1 16,4-21-16,-13 21 15,-5 0-15,18-21 16,-26 23-16,1-5 0,25-18 16,-25 15-16,25-15 15,-21 11-15,21-11 16,-15 7-16,15-7 16,-10 5-16,10-5 15,-1 6-15,9-3 16,8 2-16,-16-5 15,27 6-15,3 3 16,5 5-16,-3 1 16,-7 5-16,-5 3 15,-20-23-15,11 24 0,-12 0 16,-14 5-16,-9-6 16,-9-3-16,-6-2 15,0 0-15,-8-6 16,-2-2-16,3-5 15,4 0-15,5 0 16,37-5-16,-31 1 16,31-1-16,-27-1 15</inkml:trace>
  <inkml:trace contextRef="#ctx0" brushRef="#br1" timeOffset="-115359.94">23160 8538 0,'0'0'15,"0"0"-15,2-6 0,-2 6 0,6-13 0,-6 13 16,6-15-16,-6 15 16,11-18-16,-1 0 15,8 5-15,-1 0 16,-17 13-16,21-4 15,3 2-15,2 7 0,-26-5 16,25 5-16,1 5 16,-2 6-16,-4 3 15,-20-19-15,14 20 16,-9 5-16,-4 4 16,-5 0-16,-10-3 15,-5-4-15,2 0 16,-4-3-16,0 5 15,3 0-15,0-2 16,0-3-16,1-2 16,17-17-16,-17 17 0,17-17 15,-15 18-15,15-18 16,-15 18-16,15-18 16,-4 17-16,11-1 15,15-7-15,7-5 16,7-3-16,-36-1 15,38 1-15,2-4 16,-40 3-16,45-2 16,-45 2-16,43-1 0,-43 1 15,35-1-15,-35 1 16,27 4-16,-27-4 16,17 9-16,-17-9 15</inkml:trace>
  <inkml:trace contextRef="#ctx0" brushRef="#br1" timeOffset="-114734.94">23830 8479 0,'0'0'0,"0"0"0,-2 4 16,2-4-16,-11 12 0,-4 6 15,-5 3-15,-6 5 16,3 0-16,3 0 15,-1 0-15,21-26 16,-16 29-16,4 1 16,2 4-16,4-4 15,6 1-15,0-31 16,3 27-16,4-5 16,12 4-16,1-4 15,-20-22-15,24 18 0,3-3 16,3-4-16,5-5 15,0-2-15,-1-5 16,-1-1-16,-4-4 16,-2 1-16,-27 5 15,28-10-15,-2 0 16,0-10-16,-26 20 16,26-18-16,-5-3 15,-6-4-15,-6 0 16,-5 0-16,-8 1 0,-6-2 15,-6-2-15,-2 1 16,-1-1-16,-7 2 16,-6 3-16,-4 0 15,-4 3-15,-11 2 16,-5 4-16,-3 3 16,-9 5-16,3 12 15</inkml:trace>
  <inkml:trace contextRef="#ctx0" brushRef="#br1" timeOffset="-102466.47">16904 10326 0,'0'0'0,"0"0"0,0 0 0,-4-1 16,4 1-16,-7-6 15,7 6-15,-7-6 16,7 6-16,-4-4 0,4 4 16,-6 1-16,6-1 15,-5 7-15,2 3 16,-2 9-16,-3 3 16,2 0-16,1 7 15,-1 5-15,0-1 16,-1 4-16,1 3 15,2-2-15,3 2 16,-4 1-16,5 1 16,-4-1-16,-4-7 0,1-1 15,7-33-15,-8 29 16,8-29-16,-7 24 16,4-6-16,-4-12 15,2-18-15</inkml:trace>
  <inkml:trace contextRef="#ctx0" brushRef="#br1" timeOffset="-102138.35">16837 10425 0,'0'0'0,"0"-7"0,0-10 0,0 17 0,5-20 16,2-3-16,7-4 15,1 4-15,7 4 16,-2 3-16,7 2 16,2 5-16,-3 3 15,5 5-15,-4 5 16,-27-4-16,26 11 16,-6 4-16,-8 9 15,-7 1-15,-10 0 0,-10-1 16,-9 5-16,-5 2 15,-14 3-15,-7-3 16,-3 6-16,1-6 16,10-5-16,42-26 15,-35 24-15,13-8 16</inkml:trace>
  <inkml:trace contextRef="#ctx0" brushRef="#br1" timeOffset="-100825.81">17031 10789 0,'0'0'0,"0"0"0,0 0 16,3 2-16,-3-2 15,5 1-15,6-2 0,-11 1 16,14-5 0,2-7-16,5-11 15,-4-7-15,3 1 0,-4-3 16,-2 2-16,-14 30 16,12-28-16,-1 3 15,-11 25-15,6-27 16,-7 7-16,1 20 15,-8-13-15,8 13 16,-10-4-16,10 4 16,-14 2-16,14-2 0,-7 14 15,5 0-15,2-14 16,8 17-16,5-1 16,-13-16-16,14 18 15,1 0-15,-4 3 16,-11-21-16,12 22 15,-7 2-15,-5-24 16,2 28-16,-3-2 16,1-26-16,0 25 15,0-25-15,2 24 0,4-7 16,-6-17-16,10 10 16,6-5-16,-16-5 15,26-7-15,0-7 16,9-7-16,-2-6 15,-2 0-15,-2-2 16,-3 2-16,-7 0 16,1 0-16,-20 27 15,16-25-15,-16 25 16,16-21-16,-16 21 16,12-15-16,-12 15 15,7-10-15,-7 10 0,0-2 16,-6 7-16,-2 12 15,-4 3-15,12-20 16,-6 26-16,0 3 16,1 2-16,5-31 15,3 33-15,3-3 16,0-3-16,-6-27 16,14 22-16,-14-22 15,13 12-15,1-8 16,2-11-16,1-7 0,-4-5 15,-4-3-15,-9 22 16,10-24-16,-1 0 16,-9 24-16,13-27 15,-13 27-15,12-22 16,-12 22-16,10-20 16,-10 20-16,6-14 15,-6 14-15,5-6 16,-2 7-16,-3-1 0,2 7 15,-2-7-15,2 12 16,-2 8-16,0-20 16,-1 22-16,1-22 15,2 24-15,-2-24 16,-1 22-16,1-22 16,0 17-16,0-17 15,1 9-15,3-8 16,-4-1-16,4-11 15,3-8-15,7-6 16,-2-1-16,5-3 0,0 2 16,1 2-16,-18 25 15,20-21-15,-3 2 16,-17 19-16,20-17 16,-20 17-16,14-10 15,1 9-15,-15 1 16,17 3-16,-3 7 15,-14-10-15,9 18 16,-1 3-16,0 2 16,-7 3-16,1 0 0,4-1 15,-6-25-15,3 23 16,-3-23-16,2 22 16,3 1-16,-5-23 15,4 21-15,-4-21 16,11 16-16,4-12 15,7-15-15</inkml:trace>
  <inkml:trace contextRef="#ctx0" brushRef="#br1" timeOffset="-100028.93">18181 10465 0,'0'0'0,"0"0"0,-5 1 15,-4 4-15,-5 6 16,0 6-16,-4 1 16,0 2-16,1 7 15,-1 1-15,1-1 16,7 2-16,10-29 16,-12 30-16,9-6 15,3-24-15,9 22 0,7-8 16,3-6-16,5-7 15,-1-5-15,0-6 16,2-5-16,0-6 16,1-2-16,0 3 15,-2-5-15,1 7 16,-25 18-16,20-18 16,-20 18-16,15-13 15,-15 13-15,12-8 16,-2 5-16,-10 3 0,5 8 15,1 7 1,-6-15-16,13 20 0,-13-20 16,13 21-16,5 0 15,6-7-15,3-8 16,-1-5-16,2-5 16,-2-10-16,1 3 15,-3-6-15,-5-4 16,-1-3-16,-1-5 15,-2 2-15,-4-1 16,-11 28-16,8-25 0,-1 3 16,-7 22-16,1-21 15,-1 21 1,-2-15-16,-8 8 0,-3 9 16,-6 7-16,0 5 15,0 7-15,2 6 16,4 4-16,1 4 15,-4 10-15,3-1 16,-4 4-16,8-2 0,-2 4 16,3-1-16,0 0 15,0 1-15,-5 2 16,6-4-16,-2-1 16,-5-2-16,4-3 15,-2-6-15,12-36 16,-11 32-16,11-32 15,-10 27-15,-1-14 16,1-16-16,1-19 16</inkml:trace>
  <inkml:trace contextRef="#ctx0" brushRef="#br1" timeOffset="-99732.09">18557 10618 0,'0'0'0,"5"-9"0,4-6 0,9-3 16,8-1-16,2-3 15,1 8-15,1 5 16,-1 9-16,-4 5 16,-25-5-16,23 11 0,-5 5 15,-2 7-15,-16-23 16,2 23-16,-10 4 15,-14 2-15,-12-1 16,-6-1-16,-3-4 16,2-2-16,41-21 15,-36 17-15,36-17 16,-31 13-16,12-12 16</inkml:trace>
  <inkml:trace contextRef="#ctx0" brushRef="#br1" timeOffset="-98825.84">19201 10503 0,'0'0'0,"0"0"0,0 0 16,6-5-16,-6 5 0,2-8 15,-7-1-15,-10 0 16,-7 1-16,-3 4 16,-6 4-16,0 1 15,-2 4-15,4 3 16,1 3-16,28-11 16,-23 15-16,3 4 15,4 2-15,16-21 16,-8 23-16,4 1 15,4-24-15,3 27 16,8-5-16,10-6 16,1-5-16,5-6 0,-1-6 15,1-6-15,-2-7 16,3-2-16,-2-6 16,0-1-16,0-4 15,-3 0-15,-2 0 16,-1 2-16,-20 25 15,22-20-15,-22 20 16,17-17-16,-17 17 16,13-11-16,-13 11 0,9-2 15,-2 8-15,-2 10 16,-5-16-16,11 20 16,-4 4-16,2 5 15,2-2-15,-11-27 16,17 26-16,0-6 15,7-3-15,-1-10 16,3-9-16,1-5 16,0-3-16,1-8 15,-2-3-15,0-6 16,2-4-16,0-5 16,1-4-16,1-3 15,-7-2-15,1 2 0,-7 2 16,-2-1-16,-5 3 15,-2 6-15,-3 2 16,-5 31-16,6-26 16,-6 26-16,4-20 15,-7 7-15,-7 13 16,1 8-16,-2 10 16,-7 10-16,4 7 15,-4 3-15,-1 7 16,-4 0-16,5 6 0,-6-1 15,6-3-15,3-1 16,3-5-16,1-7 16,11-34-16,-8 36 15,7-9-15,1-27 16,8 27-16,7-7 16,5-9-16,5-8 15,0-8-15,-6-11 16,-4-7-16</inkml:trace>
  <inkml:trace contextRef="#ctx0" brushRef="#br1" timeOffset="-98575.83">18439 10279 0,'0'0'0,"0"0"0,4 4 16,-4-4-16,4 9 15,-1 2-15</inkml:trace>
  <inkml:trace contextRef="#ctx0" brushRef="#br1" timeOffset="-98294.54">17596 10300 0,'0'0'0,"0"0"0,0 0 15,-2-1-15,2 1 16,-5-3-16,3 4 16,2-1-16,2 7 15</inkml:trace>
  <inkml:trace contextRef="#ctx0" brushRef="#br1" timeOffset="-97060.18">20492 10443 0,'0'0'0,"0"-6"0,6-5 0,3-5 0,1-2 15,-10 18-15,14-20 16,0-4-16,5-3 16,-6 0-16,4 0 15,-7-2-15,2 3 0,-3 0 16,-2-1-16,-7 27 15,3-26-15,4 3 16,-7 23-16,4-23 16,-4 23-16,4-13 15,-1 8-15,-1 12 16,-2 11-16,0 6 16,-4 5-16,-1 3 15,0 6-15,0-2 16,-2 3-16,4 4 0,-1 4 15,-3 1-15,4 5 16,0 3-16,-2-3 16,-2-2-16,3 3 15,3-3-15,2-5 16,0 0-16,-4-7 16,-1-4-16,4-35 15,4 35-15,-4-35 16,-6 31-16,6-31 15,-4 25-15,1-7 16,-5-14-16,-2-12 16,0-12-16,10-11 0,3-8 15,8-2-15,0 2 16,-2-1-16,1 3 16,-2 5-16,-3 3 15,1-3-15,-3 2 16,2-2-16,-2-3 15,0 0-15,3 2 16,2 3-16,1 1 16,-9 29-16,9-29 0,3 2 15,3 2-15,-15 25 16,16-22-16,3 7 16,-19 15-16,22-13 15,-2 10-15,2 9 16,-2 9-16,-2 5 15,-9 4-15,-2 0 16,-7-24-16,1 24 16,-6 0-16,-7 2 15,-4-6-15,16-20 16,-25 18-16,-2-5 0,-4-5 16,4-1-16,27-7 15,-23 3-15,23-3 16,-20 0-1,3-6-15,15-6 0,9-3 16,8 1-16</inkml:trace>
  <inkml:trace contextRef="#ctx0" brushRef="#br1" timeOffset="-95762.89">21124 10329 0,'0'0'16,"0"0"-16,0 0 0,5-5 0,2-6 0,-7 11 16,2-16-16,-3 1 15,-6 3-15,-7 4 16,-4 11-16,-5 0 16,1 2-16,1 4 15,-4-1-15,0-1 16,7 10-16,0-1 15,6 6-15,12-22 0,-13 20 16,4 4-16,9-24 16,-5 22-16,3 0 15,2-22-15,3 17 16,7-4-16,8-7 16,4-3-16,2-6 15,-3-6-15,4-1 16,-4-3-16,-5-4 15,1 0-15,-17 17 16,19-20-16,-19 20 0,14-16 16,-14 16-16,15-14 15,-15 14-15,10-11 16,-10 11-16,7-6 16,-8 10-16,1-4 15,-1 10-15,-1 9 16,2-19-16,-4 23 15,2-1-15,2-22 16,3 25-16,4-4 16,-7-21-16,11 15 15,3-8-15,6-5 0,2-6 16,-22 4-16,24-6 16,-4-6-16,4-7 15,-24 19-15,22-21 16,-2-1-16,-20 22 15,20-27-15,-4 8 16,-16 19-16,15-17 16,-15 17-16,8-14 15,-1 12-15,-3 10 16,-4-8-16,5 13 0,-3 6 16,3 9-16,-1-2 15,-4-26-15,8 27 16,2 0-16,-10-27 15,17 27-15,10-11 16,11-12-16,5-4 16,0-7-16,0-4 15,-3-1-15,-4 1 16,-4-5-16,-1 0 16,-31 16-16,25-17 0,-25 17 15,21-17-15,-21 17 16,12-19-16,-12 4 15,-13 4-15,-7 7 16,-7 5-16,-5 9 16,6 5-16,2 2 15,-3-5-15,6 4 16,21-16-16,-15 16 16,2 1-16,7-1 15,6-16-15,4 16 0,8-9 16,-12-7-1,20 2-15,6-7 0,8-9 16,-3-4-16,-5-4 16,-4 0-16,0-5 15,-6-5-15,-2 3 16,0-4-16,-6-4 16,-2 0-16,2 5 15,-1 0-15,-7 32 16,10-30-16,-4 5 15,-6 25-15,6-23 0,-6 23 16,2-19-16,-2 6 16,0 13-16,-4 2 15,-1 12-15,-5 12 16,5 6 0,-1 7-16,2 3 0,6-2 15,-3-2-15,-2-1 16,5 2-16,-1-5 15,-2-1-15,5-5 0,-4-28 16,10 29-16,-2-5 16,-8-24-16,9 22 15,3-4-15,-1-17 16</inkml:trace>
  <inkml:trace contextRef="#ctx0" brushRef="#br1" timeOffset="-95559.73">21434 10158 0,'0'0'0,"0"0"0,3 6 0</inkml:trace>
  <inkml:trace contextRef="#ctx0" brushRef="#br1" timeOffset="-95169.14">22396 10235 0,'0'0'0,"0"0"0,0 0 15,3-2-15,-3 2 16,10-1-16,5 0 16,7 2-16,4 0 15,2 2-15,-2-1 0,2-1 16,-2-1-16,-26 0 15,28 3-15,-28-3 16,22 5-16,-22-5 16,20 4-16</inkml:trace>
  <inkml:trace contextRef="#ctx0" brushRef="#br1" timeOffset="-94965.52">22433 10442 0,'0'0'0,"0"0"0,0 0 0,10 0 0,3 0 15,5 0-15,10 2 16,10-2-16,2-1 16,10 1-16,5-1 15,-4-9-15</inkml:trace>
  <inkml:trace contextRef="#ctx0" brushRef="#br1" timeOffset="-94606.15">23387 9969 0,'0'0'0,"0"0"16,8-4-16,-8 4 0,20-7 15,7 2-15,13-4 16,1 7-16,2-1 15,0 1-15,-43 2 16,44-2-16,-3 1 16,0 0-16,-41 1 15,35-2-15,-35 2 0,24-3 16,-12 3-16,-12 0 16,-5-7-16</inkml:trace>
  <inkml:trace contextRef="#ctx0" brushRef="#br1" timeOffset="-94136.96">23449 9969 0,'0'0'0,"0"0"0,-5 0 0,5 0 16,-11 4-16,1 4 16,10-8-16,-12 9 15,-1 9-15,0 6 0,6 0 16,1-1-16,-2-1 15,8-22-15,-2 21 16,2-21-16,0 23 16,3 0-16,4-4 15,-7-19-15,9 21 16,1-5-16,5-9 16,4 2-16,1-4 15,4-6-15,1 0 16,1-2-16,4 3 0,-1 0 15,1-1-15,-1 4 16,-1 0-16,-2 6 16,-1-1-16,-7 5 15,3 0-15,-21-13 16,16 18-16,-7 0 16,-3 4-16,-6-22 15,-1 22-15,-8 0 16,9-22-16,-21 20 15,-2-1-15,23-19 0,-30 14 16,1-3-16,29-11 16,-29 11-16,2-7 15,27-4-15,-25 6 16,6-6-16</inkml:trace>
  <inkml:trace contextRef="#ctx0" brushRef="#br1" timeOffset="-93902.63">24010 10341 0,'0'0'0,"0"0"15,0 9-15,-2 7 0,2-16 16,2 20-16,-3 4 15,-8 9-15,3-1 16,-1 0-16,-7 0 16,3-3-16,11-29 15,-10 25-15</inkml:trace>
  <inkml:trace contextRef="#ctx0" brushRef="#br1" timeOffset="-93371.38">24507 9999 0,'0'0'0,"0"0"0,-2 10 0,-3 5 0,-3 8 16,-5 9-16,-4 5 16,8 1-16,0-4 0,-1 1 15,4-4-15,6-3 16,3-3-16,-3-25 15,14 22-15,8-4 16,11-3-16,4-6 16,3-4-16,1-9 15,3 0-15,-6-7 16,-1-8-16,-7-2 16,-4-2-16,-7-9 15,-7-1-15,-8 2 16,-6-1-16,-7-1 0,-7 7 15,-3 2-15,-6 8 16,-8 1-16,1 5 16,-3 7-16,-6 6 15,4-1-15,2 7 16,35-9-16,-29 11 16</inkml:trace>
  <inkml:trace contextRef="#ctx0" brushRef="#br1" timeOffset="-92933.25">25134 9985 0,'0'0'0,"0"0"0,-1 9 0,-6 14 16,3 3-16,-8 7 16,4 5-16,1-3 15,1-3-15,-2-1 16,13-9-16,-5-22 0,1 21 16,7-2-16,-8-19 15,23 13-15,2-10 16,7-8-16,5-4 15,-6-7-15,0-2 16,-9-6-16,-2-8 16,-6-4-16,-4 0 15,-10 36-15,1-35 16,-5 2-16,-8 6 0,-7 7 16,-3 12-16,-4 4 15,26 4-15,-26 5 16,-1 6-16,5 7 15</inkml:trace>
  <inkml:trace contextRef="#ctx0" brushRef="#br1" timeOffset="-92730.19">25565 10276 0,'0'0'0,"0"0"0,0 12 0,0 11 0,-5 9 16,-1 4-16,-5 5 15,11-41-15,-15 41 16,15-41-16,-15 33 16,6-8-16</inkml:trace>
  <inkml:trace contextRef="#ctx0" brushRef="#br1" timeOffset="-92261.48">25870 9932 0,'0'0'0,"0"7"0,-3 10 0,-1 1 15,-4 11-15,2 5 16,1 0-16,-3 1 16,1 0-16,6-5 15,1-30-15,0 28 16,4-5-16,14-7 15,5-6-15,4-6 16,3-8-16,1-4 0,-1-1 16,3-5-16,-2-9 15,-3-1-15,-7-4 16,-5-5-16,-3 3 16,-9 0-16,-7 4 15,-8 3-15,-8 1 16,-6 8-16,-7-1 15,-1 10-15,-9 5 16,0 6-16,1 6 16,-2 2-16,43-14 0,-34 20 15</inkml:trace>
  <inkml:trace contextRef="#ctx0" brushRef="#br1" timeOffset="-91839.57">26428 9845 0,'0'0'0,"0"0"0,0 2 0,-8 12 15,-2 4-15,-2 6 16,-3 8-16,-2 5 15,2 0-15,0 4 16,1-6-16,6-5 16,5-5-16,11-1 15,6-10-15,8-7 16,-22-7-16,28 6 0,3-8 16,6-11-1,-1-6-15,-2-5 0,-3-5 16,-4 0-16,-9-6 15,-2-1-15,-9-4 16,-7 1-16,-6 4 16,-5 3-16,11 32 15,-20-25-15,-3 7 16,-2 10-16,-2 7 16,-1 6-16,4 6 15,0 9-15,6 0 0,18-20 16</inkml:trace>
  <inkml:trace contextRef="#ctx0" brushRef="#br1" timeOffset="-91292.73">27166 9741 0,'0'0'0,"0"0"0,0 0 0,0-1 0,0 1 16,-1-4-16,1 4 15,-6-5-15,-3 5 16,-6 5-16,-5 4 0,3 6 16,0 2-16,3 2 15,-4 6-15,0 0 16,0 4-16,2 3 16,1 0-16,7 2 15,8-1-15,4-3 16,8-1-16,7-8 15,6-2-15,10-7 16,6-4-16,3-4 16,1-8-16,-1-3 15,0-7-15,-5-7 0,-3-6 16,-1-7-16,-6 0 16,-7 0-16,-8 1 15,-12-1-15,-11 2 16,-10 1-16,-13 1 15,-12 8-15,-10 7 16,-14 8-16</inkml:trace>
  <inkml:trace contextRef="#ctx0" brushRef="#br1" timeOffset="-90057.95">16014 12951 0,'0'0'0,"0"0"0,0 0 0,0 0 16,0 0-16,2 0 0,-2 0 15,4 0-15,2-7 16,-3-5-16</inkml:trace>
  <inkml:trace contextRef="#ctx0" brushRef="#br1" timeOffset="-89839.19">16097 12582 0,'0'0'0,"0"0"0,0 0 0,0 0 16,0 0-16,4 1 16,-4-1-16,2 4 15,-2-4-15,4 7 16,-4-7-16,5 7 15</inkml:trace>
  <inkml:trace contextRef="#ctx0" brushRef="#br1" timeOffset="-89636.04">16218 12853 0,'0'0'0,"3"8"0,-3-8 0,7 13 15,1 2-15,-8-15 16,13 19-16,-4-1 15,-9-18-15,4 19 16,-4-19-16,5 17 16,-5-17-16,3 18 15,-3-18-15,2 16 0,-2-16 16,0 17-16</inkml:trace>
  <inkml:trace contextRef="#ctx0" brushRef="#br1" timeOffset="-88526.22">16795 12458 0,'0'0'0,"0"0"0,0 0 0,0 5 16,0-5-1,0 5-15,0-5 0,0 4 16,0-4-16,0 4 16,0-5-16,0 1 0,-4-9 15,4 9 1,-3-13-16,3 13 0,-1-17 15,1 17-15,-6-15 16,6 15-16,-3-11 16,3 11-16,0-7 15,0 7-15,2-1 16,5 5-16,3 5 16,7 1-16,1 2 15,-2 2-15,5-4 16,-1-3-16,3 0 15,4-6-15,-27-1 0,24-1 16,2-7-16,-26 8 16,29-10-16,-7-6 15,-22 16-15,23-19 16,-7 1-16,-16 18 16,5-19-16,-5 19 15,2-16-15,-2 16 16,-3-15-16,-4 5 15,7 10-15,-13-2 16,3 7-16,10-5 0,-17 11 16,3 7-16,-3 8 15,7 2-15,2 2 16,3 1-16,-3 5 16,3 1-16,4 4 15,0 1-15,-3-1 16,3-1-16,-1-1 15,0-2-15,0-2 16,-2-4-16,-3-5 0,7-26 16,-12 29-16,-2-4 15,-8 1-15,22-26 16,-21 23-16,-4-7 16,25-16-16,-24 11 15,24-11-15,-21 10 16,21-10-16,-18 2 15,7-7-15,7-10 16,8-7-16,-1-6 16</inkml:trace>
  <inkml:trace contextRef="#ctx0" brushRef="#br1" timeOffset="-87729.31">17131 12753 0,'0'0'15,"0"0"-15,3 6 0,-4 6 0,3 6 16,-2 4-16,7 1 16,-6 0-16,4 2 15,3-3-15,0-1 0,-8-21 16,12 22-16,3-2 15,-15-20-15,20 17 16,1-7-16,-21-10 16,24-2-16,0-11 15,1-11-15,0 0 16,-8-7-16,-4 2 16,-3-1-16,-5 4 15,-3-3-15,-9 4 0,-5 7 16,-4 3-1,-1 4-15,-5 6 0,2 7 16,-4 1-16,3 7 16,4 3-16,-1 4 15,8 2-15,4 1 16,3 0-16,2 1 16,8-3-16,9-3 15,2-3-15,6-7 16,6-3-16,2-4 15,1-5-15,2-8 0,1-2 16,0-5-16,-1-6 16,0-2-16,-4-2 15,-4-7-15,-2-1 16,-3-1 0,-3-1-16,-5 3 0,0 1 15,-7 7-15,-7 31 16,2-29-16,-2 29 15,0-22-15,0 22 16,-4-17-16,-3 10 0,7 7 16,-14 5-16,4 10 15,3 13-15,-6 3 16,8 6-16,-2 2 16,1 3-16,0 0 15,4 1-15,-2 2 16,5-2-16,0 0 15,1-7-15,-2-36 16,5 36-16,1-5 16,-6-31-16,17 30 15,-1-12-15,8-12 0,-5-16 16,4-4-16</inkml:trace>
  <inkml:trace contextRef="#ctx0" brushRef="#br1" timeOffset="-86994.96">17952 12789 0,'0'0'0,"0"0"0,0 0 0,1-4 15,-1 4-15,-5-9 16,-6-2-16,-5 5 0,-2 5 16,-2 9-16,3 5 15,-3 8-15,3-2 16,17-19-16,-12 22 15,4 3-15,8-25 16,-6 23-16,6-23 16,-1 19-16,1-19 15,7 14-15,8-8 16,-15-6-16,14-3 16,1-6-16,-15 9 15,14-12-15,1-5 0,-15 17 16,11-22-16,-11 22 15,8-17-15,3 6 16,1 11-16,-2 7 16,3 10-16,-13-17 15,11 18-15,4-2 16,-1 0-16,-14-16 16,23 11-16,-3-5 15,9-4-15,-4-7 16,-5-7-16,4-3 15,0-4-15,-1-7 16,-3-6-16,0-2 0,0-5 16,-3-7-16,-2-3 15,0 0-15,-6-1 16,-2 3-16,6 4 16,-13 43-16,6-37 15,-6 37-15,4-31 16,-4 31-16,0-24 15,-6 9-15,-7 14 16,1 11-16,1 13 0,-5 9 16,4 5-1,1 3-15,-1 4 0,2 4 16,4-1-16,0 3 16,8-3-16,2-4 15,4-4-15,-8-39 16,8 34-16,9-5 15,-17-29-15,21 26 16,6-8-16,6-10 16,3-7-16,-4-9 15,0-6-15,-6-9 0,-4 0 16,-12-10 0,-1 5-16</inkml:trace>
  <inkml:trace contextRef="#ctx0" brushRef="#br1" timeOffset="-86760.59">17496 12629 0,'0'0'0,"0"0"0,5-3 0,25-5 0,8-10 15,18-6-15,15-6 16,10-4-16</inkml:trace>
  <inkml:trace contextRef="#ctx0" brushRef="#br1" timeOffset="-83697.61">18998 12796 0,'0'0'0,"0"0"0,2-5 0,2-10 0,3-3 16,-7 18-16,9-20 15,-2-4-15,-7 24 16,5-26-16,-1 2 15,-4 24-15,3-24 16,-3 24-16,1-18 0,-1 18 16,0-12-16,-4 9 15,-1 9-15,-2 9 16,3 7-16,-1 1 16,2 4-16,3 0 15,0 3-15,3-2 16,1-1-16,-4-27 15,8 24-15,-8-24 16,13 20-16,4-6 16,9-9-16,0-6 15,-2-8-15,-3-5 16,1-4-16,-3-4 16,2-3-16,-6 1 0,-1 0 15,-14 24-15,11-28 16,0 2-16,-11 26 15,6-25-15,-6 25 16,6-20-16,-6 20 16,4-16-16,-4 16 15,0-8-15,-1 4 16,1 4-16,-1 5 16,-1 9-16,2 8 0,3 5 15,-3-1-15,2 2 16,-2-28-16,2 26 15,3-2-15,-5-24 16,2 24-16,-2-24 16,5 18-16,-5-18 15,2 12-15,-1-9 16,-1-11-16,2-8 16,-2 16-16,7-23 15,1-3-15,7-2 0,-2 0 16,2 0-16,-15 28 15,16-19-15,-16 19 16,15-16-16,-15 16 16,13-10-16,5 8 15,-4 6-15,3 5 16,-7 4-16,-10-13 16,12 18-16,1 3 15,0 0-15,1 3 0,-14-24 16,20 18-16,-1-5 15,1-5-15,-20-8 16,20 3-16,3-8 16,0-6-16,-5-7 15,4-4-15,-6-8 16,-1-6-16,-3-2 16,1-1-16,-7-2 15,0-1-15,-1 4 16,2 2-16,-5 0 15,-3 4-15,2 1 0,-1 31 16,-1-28-16,1 28 16,-4-23-16,-5 6 15,9 17-15,-11-8 16,0 15-16,-4 10 16,6 9-16,-4 7 15,10 3-15,1 6 16,0 1-16,1 4 15,1-1-15,1-1 16,4-3-16,3-7 0,3-7 16,0-2-16,-11-26 15,14 21-15,0-5 16,5-6-16,-19-10 16,19 5-16,3-8 15,-5-7-15,1-6 16,-3-3-16,1-6 15,-6 1-15,-3 1 16,0-2-16,-7 25 16,6-25-16,-6 25 15,1-21-15,-1 21 0,0-21 16,0 21-16,-6-16 16,6 16-1,-6-9-15,0 11 0,6-2 16,-6 13-16,2 8 15,-3 9-15,0 0 16,7 2-16,0-32 16,7 29-16,4-1 15,8-3-15,-19-25 16,23 22-16,-2-8 0,-21-14 16,26 9-1,-1-9-15,2-9 0,-2-4 16,-25 13-16,26-16 15,-7-6-15,-19 22 16,21-29-16,-4 1 16,-6 0-16,-11 28 15,6-27-15,-6 27 16,1-23-16,-1 23 16,-7-15-16,7 15 15,-11-14-15,11 14 16,-13-6-16,5 7 0,8-1 15,0 8-15,4 3 16,-4-11-16,12 19 16,2 1-16,-14-20 15,13 24-15,-1 1 16,-2 1-16,-10-26 16,12 22-16,-12-22 15,13 20-15,-13-20 16,17 11-16,3-5 15,-20-6-15,27 1 0,-4-8 16,0-6-16,-1-1 16,-22 14-16,15-17 15,-3-5-15,-12 22 16,10-23-16,-6 6 16,-4 17-16,-5-14 15,-4 6-15,9 8 16,-16 0-16,-2 7 15,3 8-15,15-15 16,-11 18-16,5 1 16,6-19-16,4 22 0,5 0 15,5-3-15,-14-19 16,21 10-16,4-5 16,2-7-16,1-3 15,1-1-15,-3-4 16,-1-3-16,-1 4 15,-3-7-15,-21 16 16,17-16-16,-17 16 16,11-16-16,-11 16 15,10-16-15,-10 16 0,8-14 16,-8 14-16,8-8 16,2 8-16,4 8 15,-14-8-15,11 14 16,-1 2-16,-10-16 15,8 20-15,-4-1 16,-5 1-16,1-20 16,-7 20-16,-4-5 15,-3-6-15,14-9 16,-18 10-16,18-10 16,-12 6-16,12-6 0,-10 5 15,10-5-15,-6 3 16,6-3-16,-2 3 15,5-4-15,6-1 16,7-4-16,5-2 16,7 0-16,-3-3 15,1-4-15,1 0 16,0-1-16,-5-7 0,3-3 16,-2-2-16,-5-3 15,-2 2-15,-4-1 16,-3 2-16,-9 28 15,6-26-15,2 1 16,-8 25-16,6-25 16,-6 25-16,3-23 15,-3 23-15,1-23 16,-1 23-16,0-14 16,-2 7-16,-5 7 15,1 10-15,-1 7 0,0 2 16,1 7-16,3 0 15,-1 1-15,4 5 16,-2-3-16,2 0 16,2 0-16,-2-29 15,4 27-15,-4-27 16,9 24-16,3 1 16,11-9-16,2-3 15,-1-8-15,-24-5 16,28 0-16,-1-6 15,1-10-15,-3-5 0,-5-6 16,-8-3-16,-3-2 16,-4 2-16,-5 30 15,-1-30-15,-8 3 16,-8 5-16,-5 7 16,-3 4-16,-2 8 15,27 3-15,-28 0 16,28 0-16,-22 0 15,22 0-15,-17 0 16,6 1-16,3-7 0,12 3 16,7-1-16,3 0 15,9-1-15,6 3 16,7-2-16,1-1 16,-3-1-16,0 3 15,-6-8-15,-5 0 16</inkml:trace>
  <inkml:trace contextRef="#ctx0" brushRef="#br1" timeOffset="-83338.26">19673 12402 0,'0'0'0,"0"0"0,9-5 0,13-3 16,9-2-16,1-5 0,4 2 16,2-1-16,-6 0 15,-2-2-15,-5-1 16</inkml:trace>
  <inkml:trace contextRef="#ctx0" brushRef="#br1" timeOffset="-83119.5">19009 12447 0,'0'0'0,"0"0"0,2 4 0,6 5 15</inkml:trace>
  <inkml:trace contextRef="#ctx0" brushRef="#br1" timeOffset="-82525.72">21642 12446 0,'0'0'0,"0"0"0,0 0 0,0 0 0,0 0 16,0 0-16,-2 5 15,-4 7-15,-3 6 16,-4 6-16,0 6 15,1 5-15,0 4 0,1 4 16,1 8-16,-3-2 16,0 4-16,3 3 15,5 3-15,-2 0 16,4 3-16,-3-1 16,4-5-16,-3-5 15,1-2-15,1-6 16,0-8-16,3-35 15,-1 29-15,1-29 16,-1 18-16,0-14 16,1-23-16,1-9 0,6-13 15</inkml:trace>
  <inkml:trace contextRef="#ctx0" brushRef="#br1" timeOffset="-82197.59">21606 12548 0,'0'0'0,"12"0"0,9 0 0,10 2 15,3 7-15,-2 3 16,-2 3-16,-8 5 15,-22-20-15,14 22 16,-7 1-16,-7-23 16,-5 27-16,-8-3 15,-10-5-15,-4-7 16,27-12-16,-31 7 16,2-6-16,29-1 0,-29-8 15,6-4-15,9-8 16,12 1-16</inkml:trace>
  <inkml:trace contextRef="#ctx0" brushRef="#br1" timeOffset="-81494.46">21950 12467 0,'0'0'0,"0"0"0,0 0 0,-6 5 0,-5 5 16,-2 3-16,-3 2 16,3 5-16,-4 1 15,17-21-15,-14 21 16,0 3-16,14-24 16,-13 24-16,13-24 15,-9 17-15,4-7 16,5-10-16,3 1 15,6-9-15,3-9 0,6-3 16,0-8-16,-1 1 16,-17 27-16,17-25 15,-17 25-15,14-22 16,-14 22-16,17-18 16,-5 10-16,-12 8 15,12 4-15,-9 10 16,-1 9-16,-2-23 15,3 25-15,1 3 16,-4-28-16,3 25 16,-3-25-16,6 20 0,-6-20 15,11 14-15,2-5 16,3-8-16,5-5 16,-21 4-16,20-9 15,-1-7-15,0-7 16,2 1-16,-9-1 15,-12 23-15,16-23 16,-16 23-16,15-21 16,-15 21-16,14-15 15,-4 6-15,-6 11 0,-7 5 16,-2 11-16,-4 3 16,3 3-16,6-24 15,-6 28-15,4 2 16,3 1-16,-1-31 15,2 28-15,-2-28 16,6 23-16,2-8 16,4-16-16,-3-10 15,0-10-15,-3-10 16</inkml:trace>
  <inkml:trace contextRef="#ctx0" brushRef="#br1" timeOffset="-81385.09">22217 12302 0,'0'0'0,"0"0"0,0 0 0,1-2 0,-1 2 15,1-2-15,-1 2 16,3-3-16</inkml:trace>
  <inkml:trace contextRef="#ctx0" brushRef="#br1" timeOffset="-80838.21">22488 12486 0,'0'0'0,"0"0"0,-4 3 0,-8 6 15,-4 4-15,-5 7 16,0 2-16,-1 1 16,6 2-16,0-2 0,16-23 15,-12 24 1,12-24-16,-10 24 0,10-24 16,0 19-16,11-7 15,3-8-15,3-13 16,2-6-16,1-6 15,0-8-15,-2-3 16,2-5-16,1-2 16,-3 0-16,0-4 15,-6 2-15,-1 1 16,-11 40-16,13-40 0,-6 5 16,-1 4-16,-6 31 15,3-27-15,-3 27 16,1-20-16,-1 9 15,-2 10-15,-4 11 16,-1 9-16,-3 8 16,0 3-16,3 5 15,4 9-15,-3-1 16,-1 3-16,3-4 16,2 1-16,-1-5 0,6-6 15,6-2-15,-9-30 16,10 27-16,5-9 15</inkml:trace>
  <inkml:trace contextRef="#ctx0" brushRef="#br1" timeOffset="-73070.98">23048 12476 0,'0'0'0,"0"0"0,0 0 0,0 0 0,0 0 16,1-1-16,-1 1 15,8 0-15,5 0 16,2 2 0,5 2-16,1 1 0,0-1 0,0-1 15,-21-3 1,26 2-16,-2 1 0,0 3 15,-24-6-15,24 3 16</inkml:trace>
  <inkml:trace contextRef="#ctx0" brushRef="#br1" timeOffset="-72727.22">23136 12707 0,'0'0'0,"9"-1"0,6-2 0,-15 3 0,22-5 16,3-1-16,5 1 0,-3 1 16,-2 1-16,-25 3 15,29-1-15,-1-2 16,-28 3-16,31-4 16</inkml:trace>
  <inkml:trace contextRef="#ctx0" brushRef="#br1" timeOffset="-69727.21">24060 12042 0,'0'0'0,"0"0"0,-1 2 16,1-2-16,-8 9 15,-2 6-15,-3 11 16,0 9-16,0-2 15,0 9-15,6 0 0,-8 3 16,3 3-16,-2 0 16,4-5-16,-3-5 15,13-38-15,-7 37 16,7-37-16</inkml:trace>
  <inkml:trace contextRef="#ctx0" brushRef="#br1" timeOffset="-69445.99">24247 12616 0,'0'0'0,"-3"9"0,-4 7 0,1 12 15,-2 6-15,-6 6 16,-3 0-16,1 1 15,16-41-15</inkml:trace>
  <inkml:trace contextRef="#ctx0" brushRef="#br1" timeOffset="-68899.08">24949 11941 0,'0'0'0,"0"0"0,-3 4 0,-8 11 16,-6 7-16,-7 4 15,0 6-15,-1 7 16,-2 5-16,-1 3 16,6 8-16,3-4 15,3 0-15,9-6 0,2-5 16,5-40-16,0 31 15,6-7-15,9-11 16,1-9-16,10-12 16,0-4-16,1-7 15,1 0-15,2-9 16,-7 2-16,-3-3 16,-20 29-16,14-29 15,-14 29-15,10-23 0,-9 9 16,-9 9-16,-4 12 15,0 10-15,-6 3 16,6 8-16,12-28 16,-17 24-16</inkml:trace>
  <inkml:trace contextRef="#ctx0" brushRef="#br1" timeOffset="-68430.33">25257 11941 0,'0'0'0,"0"0"0,7 2 15,11-1-15,2 1 0,-20-2 16,24 0-16,4 0 16,-28 0-16,33-2 15,0 1-15,-33 1 16,35-3-16,-7-2 16,-28 5-16,27-3 15,-27 3-15,17-2 16,-6 8-16,-11 8 15,-6 3-15,0 4 16,-7 2-16,1 5 16,-3 4-16,-2 1 15,-3 1-15,2 3 0,-2 3 16,0 1-16,3 3 16,-2 0-16,4-5 15,15-39-15,-12 36 16,12-36-16,-6 25 15</inkml:trace>
  <inkml:trace contextRef="#ctx0" brushRef="#br1" timeOffset="-68195.99">25662 12416 0,'0'0'0,"2"12"0,-2 7 16,-9 11-16,-3 9 16,-3 8-16,-6 5 0,1 5 15,-2-4-15,-2-10 16,24-43-16</inkml:trace>
  <inkml:trace contextRef="#ctx0" brushRef="#br1" timeOffset="-67695.95">24989 12290 0,'0'0'0,"0"0"0,0 0 0,2-5 16,-2 5-16,3-10 15,-3 10-15,2-14 16,-2 14-16,3-13 0,-3 13 15,2-12-15,-2 12 16,0-11-16,0 11 16,-3-9-16,-7 3 15,10 6-15,-13-8 16,-6 6-16,-10 3 16,-1 6-16,-5 7 15,-4 1-15,-3 5 16,3-2-16</inkml:trace>
  <inkml:trace contextRef="#ctx0" brushRef="#br1" timeOffset="-66601.81">26006 11920 0,'0'0'0,"0"0"0,7-4 0,-7 4 16,12-6-16,5 0 15,0-3-15,4 1 16,-21 8-16,19-7 16,5 2-16,-24 5 15,29-6-15,2 2 16,-31 4-16,28 1 0,-1 3 16,-27-4-16,23 10 15,-8 5-15,-8 5 16,-7-20-16,1 22 15,-10 1-15,-6 4 16,-7-4-16,-1-7 16,4 0-16,19-16 15,-19 16-15,19-16 16,-16 11-16,16-11 16,-10 8-16,10-8 0,-6 5 15,2-4 1,9 1-16,8-1 0,4-2 15,8 3-15,1 0 16,-2 2-16,5 4 16,1 4-16,-1 1 15,-1 4-15,-3 6 16,-9 1-16,-4 1 16,-8 0-16,-4-25 15,-2 23-15,-6-1 16,-13 0-16,-4-4 0,-5-4 15,-4-3-15,-5-2 16,5-3-16,34-6 16,-39 6-16,3-1 15,36-5-15,-33 2 16,33-2-16,-27 1 16,9-8-16</inkml:trace>
  <inkml:trace contextRef="#ctx0" brushRef="#br1" timeOffset="-65992.43">26712 11934 0,'0'0'0,"0"0"0,0 0 0,1-5 16,5-4-16,3 0 16,-9 9-16,10-12 15,6 6-15,6 5 16,3 3-16,-2 1 15,2 5-15,-1-1 16,-6 6-16,-18-13 16,21 16-16,-7 5 15,-14-21-15,10 25 0,-9 1 16,-9 4-16,-7 0 16,-5 0-16,-6-4 15,-1-4-15,1 0 16,1-4-16,25-18 15,-22 21-15,4-3 16,18-18-16,-14 19 16,10-4-16,13-3 15,8-4-15,9-3 16,8 1-16,2-1 0,4-1 16,2-1-16,0-2 15,-42-1-15,43 0 16,-5 3-16,-38-3 15,30 1-15,-30-1 16,21 3-16,-11 5 16,-10-8-16,-1 9 15,1-9-15,-9 8 16</inkml:trace>
  <inkml:trace contextRef="#ctx0" brushRef="#br1" timeOffset="-65429.96">27527 11862 0,'0'0'0,"0"0"16,-3 3-16,3-3 0,-16 7 15,1 6 1,-9 5-16,1 2 0,-1 6 16,5 3-16,4 3 15,1-2-15,4 3 16,10-33-16,-8 31 0,6 0 15,7 0-15,7-4 16,2-4-16,7-5 16,5-2-16,3-5 15,1-4-15,-1-2 16,-2-4-16,3-2 16,0-2-16,-1-4 15,-29 7-15,28-10 16,1-4-16,-1-5 15,-3-3-15,-4-2 0,-3 2 16,-6 0-16,-3 0 16,-2-1-16,-1-4 15,-4-2-15,-4-1 16,-3 1-16,0 0 16,-5 1-16,-6 5 15,-6-2-15,-2 3 16,-8 5-16,-9 3 15,-3 9-15,-4 6 16,-4 9-16</inkml:trace>
  <inkml:trace contextRef="#ctx0" brushRef="#br1" timeOffset="-63273.7">17288 13400 0,'0'0'0,"0"0"0,11-1 0,-11 1 0,26 2 15,2 0-15,11 3 16,4 1-16,-7-1 15,5 4-15,-2-3 16,-1 3-16,3-4 16,8-2-16,0-1 15,6-1-15,1-1 16,3-3-16,1 0 16,4-1-16,2-3 0,2 2 15,3 0-15,0 0 16,1 1-16,7 2 15,0-2-15,-1-1 16,4 2-16,-1 2 16,0-2-16,1-1 15,-1 0-15,1 0 16,2-1-16,5-2 16,1 2-16,5-1 15,-2 2-15,3-4 16,3 3-16,-3 1 0,-4 5 15,3-3-15,-2 3 16,2 3-16,-1 1 16,0-4-16,0 2 15,-4-1-15,5 2 16,2-4-16,-2 0 16,0-2-16,3 2 15,4-1-15,-2 1 16,2-3-16,-2-3 15,2 2-15,1 0 0,-2-1 16,2 2 0,1-2-16,-1 1 0,-1 1 15,5-2-15,0 3 16,1-2-16,-4 0 16,2 0-16,-1 1 15,2-1-15,-2 2 16,1 0-16,2-1 15,-3-2-15,2 1 16,0 1-16,-3-3 16,3 0-16,0 2 0,-2 1 15,-1 1-15,0 1 16,3-1-16,-1-4 16,-3 1-16,3 1 15,1-3-15,-8 5 16,2 1-16,0-2 15,0-1-15,-3 3 16,0-1-16,2-1 16,-1 2-16,-2 0 0,0 0 15,-2 0-15,-4 3 16,-3-2-16,3-1 16,-5-4-16,0 7 15,2-4-15,-1 4 16,0-1-16,3 1 15,-1-3-15,-3 2 16,-1 0-16,0 1 16,-4-4-16,1 4 15,-1 0-15,1-1 16,-1-2-16,0 0 0,-2-1 16,-2 2-16,-1-1 15,-4-2-15,-1 0 16,-4 0-16,-3 0 15,-5-1-15,-7 1 16,-4-1-16,-6-1 16,-8 1-16,-3 0 15,-31 4-15,28-2 16,-28 2-16,22-1 16,-22 1-16,20 0 0,-20 0 15,14 0-15,-9-2 16,-5 2-16,-5-2 15,5 2 1,-11-5-16,-6-2 0,-7-2 16,-4 1-16,1-1 15</inkml:trace>
  <inkml:trace contextRef="#ctx0" brushRef="#br1" timeOffset="-164376.92">646 8519 0,'0'0'0,"0"0"0,0-1 0,0 1 0,-7 3 15,1 9-15,6-12 16,-11 16-16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372.98804" units="1/cm"/>
          <inkml:channelProperty channel="Y" name="resolution" value="650.78448" units="1/cm"/>
          <inkml:channelProperty channel="T" name="resolution" value="1" units="1/dev"/>
        </inkml:channelProperties>
      </inkml:inkSource>
      <inkml:timestamp xml:id="ts0" timeString="2025-09-11T02:51:40.908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2807 9903 0,'0'0'0,"0"0"0,0 0 0,0 0 0,6-6 15,7-5-15,-5-3 16,8-4-16,-1-4 16,3 1-16,0-3 0,2-6 15,2 0-15,-8-1 16,2-3-16,2 0 15,-7 0-15,4-1 16,-7 0-16,2 1 16,-1 2-16,-9 32 15,6-28-15,-3 5 16,-3 23-16,3-21 16,-3 21-16,-5-17 0,-4 6 15,9 11-15,-14 2 16,0 3-16,-4 11 15,1 4-15,17-20 16,-17 19-16,5 2 16,-2 2-16,8-3 15,6-20-15,-2 20 16,2-20-16,2 15 16,11 1-16,7-6 15,5-2-15,-25-8 0,27 2 16,-27-2-16,27 7 15,-1 0-15,-26-7 16,21 10 0,-21-10-16,16 15 0,-10 6 15,-9 4-15,-6 6 16,-5 1-16,0 0 16,-1-6-16,0 4 15,2-2-15,13-28 16,-11 25-16,3-4 0,8-21 15,5 19-15,5-7 16,14-7-16,4-5 16,4-5-16,-3 1 15,-29 4-15,27-11 16,-27 11-16,26-10 16,-26 10-16,22-10 15,-22 10-15,13-6 16,-5 4-16,-8 2 15,-1 4-15,1-4 16,-3 11-16</inkml:trace>
  <inkml:trace contextRef="#ctx0" brushRef="#br0" timeOffset="406.21">3613 9769 0,'0'0'0,"0"0"0,0 0 16,5 6-16,7-3 16,1 1-16,-13-4 15,20 5-15,5 0 16,5-7-16,0 1 0,-30 1 16,31-3-16,-5 1 15,-26 2-15,31-1 16,-6 0-16,-25 1 15,25-1-15,-25 1 16,18 1-16,-18-1 16,11 2-16,-8 4 15,-3-6-15</inkml:trace>
  <inkml:trace contextRef="#ctx0" brushRef="#br0" timeOffset="671.87">3678 10002 0,'0'0'0,"0"0"0,10 0 0,12 0 15,8 1-15,-1-5 16,7 1-16,-2 0 0,-3 0 15,-31 3-15,35-2 16,-4-1-16,-31 3 16,32-3-16,-32 3 15,25-1-15,-25 1 16,19 0-16,-13 7 16</inkml:trace>
  <inkml:trace contextRef="#ctx0" brushRef="#br0" timeOffset="23630.41">4664 9574 0,'0'0'0,"0"0"0,-4 0 0,-9 5 0,-5 8 16,-2-1-16,1 7 16,5 2-16,1-1 15,0 3-15,3 1 16,2 2-16,1 6 0,3-4 15,-1 4-15,2-5 16,-1 0-16,4-27 16,6 24-16,-3 1 15,-3-25-15,10 22 16,3-2-16,-13-20 16,19 15-16,4-6 15,-23-9-15,23-1 16,2-4-16,-1-6 15,1-3-15,-25 14 16,18-16-16,-4-2 16,-1-5-16,-5-3 0,-8 26 15,5-25-15,-5-5 16,-3-3-16,-3 3 16,-3-3-16,1 2 15,-4 9-15,-1 0 16,1 1-16,12 21 15,-15-16-15,-1 2 16,16 14-16,-16-15 16,16 15-16,-13-7 15,5 0-15</inkml:trace>
  <inkml:trace contextRef="#ctx0" brushRef="#br0" timeOffset="23911.66">5007 9771 0,'0'0'0,"0"0"0,0 0 15,0 3-15,0-3 16,0 0-16,0 0 0,0-2 16</inkml:trace>
  <inkml:trace contextRef="#ctx0" brushRef="#br0" timeOffset="25536.67">5448 9528 0,'0'0'0,"0"0"0,0 0 0,-2-2 0,2 2 15,-1-1-15,-3 0 16,4 1-16,-9 2 16,9-2-16,-10 2 15,10-2-15,-10 1 16,10-1-16,-13 5 16,13-5-16,-11 9 15,1 1-15,10-10 16,-10 16-16,10-16 15,-5 15-15,2 0 16,3-15-16,-2 17 0,2-17 16,-1 16-16,1-16 15,-3 16-15,3-16 16,0 13-16,0-13 16,-2 12-16,2-12 15,-1 9-15,1-9 16,-2 6-16,2-6 15,-2 4-15,2-4 16,-1 2-16,1-2 16,1 2-16,-1-2 15,1 0-15,-1 0 0,1 0 16,-1 0-16,0 0 16,0 0-16,0 0 15,0 0-15,2 2 16,-2-2-16,0 6 15,0-6-15,1 4 16,-1-4-16,2 5 16,-2-5-16,0 6 15,0-6-15,1 3 16,-1-3-16,0 6 0,0-6 16,0 5-16,0-5 15,0 3 1,0-3-16,0 2 0,0-2 15,0 4-15,0-4 16,2 5-16,-2-5 16,-2 11-16,2-11 15,-1 10-15,1-10 16,-6 12-16,6-12 16,-6 10-16,6-10 0,-5 9 15,5-9-15,-5 7 16,5-7-16,-3 5 15,3-5-15,-1 5 16,1-5-16,-3 7 16,3-7-16,-4 7 15,4-7-15,-2 4 16,2-4-16,-2 6 16,2-6-16,-2 6 15,2-6-15,-4 7 16,4-7-16,-6 8 15,6-8-15,-3 10 0,3-10 16,-4 12-16,4-12 16,-5 11-16,5-11 15,-3 13-15,3-13 16,-1 12-16,1-12 16,0 14-16,0-14 15,1 14-15,-1-14 16,2 10-16,-2-10 15,2 10-15,-2-10 16,8 8-16,-8-8 0,6 7 16,-6-7-16,9 8 15,-9-8-15,12 6 16,-12-6-16,12 7 16,-12-7-16,11 3 15,-11-3-15,11 6 16,-11-6-16,12 0 15,-12 0-15,11-4 16,-11 4-16,9-4 16,3-6-16,-12 10 0,13-12 15,-13 12-15,12-13 16,1-3-16,-13 16 16,15-13-16,-6-3 15,-9 16-15,8-17 16,-2 3-16,-6 14 15,7-18-15,-7 18 16,4-17-16,-2-2 16,-2 19-16,2-20 15,0 2-15,-6-1 16,4 19-16,-5-18 0,2 3 16,3 15-16,-10-20 15,10 20-15,-7-18 16,7 18-16,-10-17 15,10 17-15,-10-17 16,-6 2-16,16 15 16,-16-13-16,-4 8 15,-6 3-15,-7 10 16,-1 7-16,-3 2 16,-1 2-16</inkml:trace>
  <inkml:trace contextRef="#ctx0" brushRef="#br0" timeOffset="28739.83">5438 9597 0,'0'0'0,"0"0"0,-4 1 0,-4 1 0,8-2 0,-12 6 16,-5 2-16,17-8 15,-17 14-15,-5 6 16,1 1-16,3 3 16,5 0-16,4-3 15,2 1-15,3 1 0,4-23 16,-3 23-16,-3 1 15,3 2-15,3-26 16,0 26-16,0-2 16,5-2-16,-5-22 15,7 21-15,-7-21 16,6 14-16,4-4 16,-10-10-16,14 6 15,1-7-15,-15 1 16,16-10-16,0-2 0,-2-7 15,-14 19-15,13-19 16,-3-3-16,2-2 16,-7-3-16,1 0 15,0-4-15,4 1 16,2-2-16,-3 4 16,5 2-16,-14 26 15,10-31-15,0 5 16,-10 26-16,7-24 15,-7 6-15,-10 6 16,0 12-16,-6 16 0</inkml:trace>
  <inkml:trace contextRef="#ctx0" brushRef="#br0" timeOffset="31708.57">6413 9556 0,'0'0'0,"0"0"0,0-8 0,0 8 16,0-10-16,-3-4 15,-4 0-15,0-2 16,7 16-16,-12-15 0,12 15 15,-12-12-15,-7 0 16,-2 0-16,-4 5 16,1 2-16,-2 0 15,-4 5-15,-1 8 16,-2 2-16,-2 1 16,4 5-16,4-5 15,27-11-15,-20 15 16,4 1-16,16-16 15,-9 20-15,-2 0 0,11-20 16,-3 22-16,3-22 16,2 20-16,-2-20 15,12 19-15,0 1 16,10-5-16,2-2 16,3-1-16,0-4 15,-3-3-15,0 4 16,-24-9-16,26 9 15,-4-1-15,2 5 16,-2 3-16,-22-16 0,18 16 16,-7 1-1,-6 5-15,-8 3 0,-7-1 16,-3 0-16,-12-1 16,2-5-16,-7-3 15,3-1-15,27-14 16,-28 9-16,5-9 15,1-7-15,22 7 16,-16-15-16,9-9 16,8-14-16,8-1 15,3-3-15,5 1 16,3 2-16,6 3 0,0 2 16,6 1-16,3 6 15,3 6-15,-4 2 16,2 2-16</inkml:trace>
  <inkml:trace contextRef="#ctx0" brushRef="#br0" timeOffset="32427.74">6711 9463 0,'0'0'0,"0"0"0,0 0 0,1-2 0,-1 2 16,3-6-16,3-7 15,0-3-15,6 1 16,-12 15-16,20-12 16,2-1-16,3 3 15,3 2-15,-28 8 16,33-4-16,-6 3 0,1 4 15,-28-3-15,22 10 16,-8 6 0,-14-16-16,9 26 0,-12 3 15,-10 4-15,-9 1 16,-4-4-16,-2-7 16,3-3-16,25-20 15,-22 16-15,22-16 16,-18 11-16,18-11 15,-10 7-15,6-6 0,4-1 16,3-4-16,6-3 16,11 4-16,5 2 15,0-5-15,6 8 16,-2 5-16,-3 1 16,0 2-16,-3 5 15,-4 3-15,-2 4 16,-17-22-16,12 24 15,-6 2-15,-6-2 0,-2 0 16,-5-4-16,-12-3 16,-4-4-16,-14-3 15,-10 2-15,-7-5 16,-5 3-16,-7 4 16,0-2-16,9 0 15</inkml:trace>
  <inkml:trace contextRef="#ctx0" brushRef="#br0" timeOffset="35162.91">2648 10732 0,'0'0'0,"0"0"0,-2-6 0,2 6 16,-4-11-16,4 11 15,-2-11-15,2 11 16,-3-12-16,3 12 0,-1-6 15,7 3-15,6 12 16,2 5-16,-14-14 16,14 18-16,-2 8 15,4 7-15,-9 5 16,1 1-16,-4 1 16,-3-1-16,-1-39 15,3 33-15,-3-4 16,-2-1-16,2-28 15,-8 18-15,1-4 16,7-14-16,-13 4 0,13-4 16,-13-5-16,-3-7 15,7-7-15,5-5 16,4-3-16,7-1 16,6-3-16,3 2 15,1 4-15,5-1 16,1 3-16,-3 4 15,6-3-15,-26 22 16,26-18-16,-1 6 16,-2 6-16,0 7 0,-4 8 15,-9 5-15,2 9 16,-7 3-16,1 5 16,-4-2-16,-2 4 15,0-1-15,-2 0 16,1-4-16,1-3 15,0-25-15,-2 25 16,2-25-16,0 21 16,-1-3-16,1-18 15,6 14-15,1-6 16,-7-8-16,17-1 0,4-6 16,8-8-16,0-7 15</inkml:trace>
  <inkml:trace contextRef="#ctx0" brushRef="#br0" timeOffset="35537.91">3572 10815 0,'0'0'0,"0"0"0,12-3 0,8-1 0,6 1 15,-26 3-15,24-2 16,4 2-1,-5 2-15,-23-2 0,22 6 16,-22-6-16,23 8 16,-3 2-16,-20-10 15,19 14-15,-13 0 16,-6-14-16</inkml:trace>
  <inkml:trace contextRef="#ctx0" brushRef="#br0" timeOffset="35709.75">3592 11081 0,'0'0'0,"9"2"0,6-5 0,10-5 15,16 0-15,7-4 16,8-3-16,3 4 15,2 0-15,3-1 16</inkml:trace>
  <inkml:trace contextRef="#ctx0" brushRef="#br0" timeOffset="41398.89">4508 10599 0,'0'0'0,"0"0"0,0 0 0,0 0 16,0 0-16,-2-1 16,2 1-16,-3 0 15,3 0-15,-4 2 16,4-2-16,-1 7 16,-2 6-16,3-13 0,0 26 15,0 2-15,0 8 16,3-3-16,1 2 15,-1-5-15,0 3 16,0-1-16,-3 0 16,-2-1-16,1 1 15,1-32-15,5 26 16,-3-7-16</inkml:trace>
  <inkml:trace contextRef="#ctx0" brushRef="#br0" timeOffset="42195.77">4801 10727 0,'0'0'0,"0"0"0,0 0 16,-4-3-16,4 3 16,-6-7-16,6 7 15,-10-10-15,1 0 16,9 10-16,-11-12 15,11 12-15,-10-13 0,10 13 16,-5-15-16,7-2 16,-2 17-16,6-20 15,4 3-15,6 0 16,1 1-16,2 8 16,0-1-16,-19 9 15,20 1-15,-1 4 16,-3 7-16,-3 6 15,1 4-15,-10-1 16,-4-21-16,3 24 16,-4 2-16,1-26 15,-5 28-15,0-2 0,5-26 16,-10 30-16,10-30 16,-9 26-16,9-26 15,-10 23-15,10-23 16,-13 19-16,-3 1 15,16-20-15,-17 15 16,2 0-16,15-15 16,-16 13-16,16-13 15,-14 14-15,14-14 16,-13 10-16,13-10 16,-10 12-16,10-12 15,-6 9-15,6-9 0,-3 9 16,3-9-16,-2 8 15,2-8-15,0 4 16,0-4-16,5 5 16,3-1-16,6-4 15,6 1-15,3-5 16,3 0-16,3-1 16,1-1-16,5 3 15,0 3-15,-2-1 0,-3 8 16,-2 3-16,-28-10 15</inkml:trace>
  <inkml:trace contextRef="#ctx0" brushRef="#br0" timeOffset="75839.77">14557 6984 0,'0'0'0,"0"0"0,0 0 0,0 1 0,0-1 16,-4 2-16,4-2 15,-4 0-15,4 0 16,-4-3-16,-3-5 15,8-3-15,-1 11 16,-3-13-16,3 13 16,-3-12-16,3 12 15,-4-11-15,4 11 16,-1-9-16,1 9 16,-6-10-16,6 10 0,-6-7 15,6 7-15,-3-4 16,3 4-16,-3 3 15,0 5-15,3-8 16,-3 15-16,-1 5 16,4-20-16,4 27 15,-2 1-15,-1 1 16,3-2-16,-2-1 16,1-3-16,-3-23 15,6 22-15,-6-22 0,2 20 16,-2-20-16,1 21 15,-1-21-15,-1 18 16,1-18-16,-2 14 16,-1-10-16,-4-8 15,7 4-15,-5-11 16,-4-8-16,9 19 16,-7-23-16,-2-3 15,9 26-15,-2-32 16,-1-2-16,3 34 0,2-35 15,1 2 1,-3 33-16,4-36 0,4 6 16,1 1-16,2 9 15,-11 20-15,15-15 16,0 4-16,2 9 16,-17 2-16,20 0 15,0 4-15,0 8 16,-20-12-16,16 18 15,-1 3-15,0 4 16,-2 1-16,-4 0 0,3-5 16,-2 2-16,-10-23 15,5 23-15,-2 1 16,-3-24-16,3 25 16,-3-25-1,0 24-15,0-24 0,-1 19 16,1-19-16,0 12 15,0-12-15,0 6 16,0-12-16,0-8 16,0 14-16,0-18 0,1-5 15,1-3-15,2-1 16,-4 27-16,4-26 16,3 1-16,1-2 15,0 2-15,-8 25 16,11-21-16,4 2 15,-4-2-15,-11 21 16,16-17-16,-16 17 16,10-14-16,-10 14 15,9-10-15,2 11 16,-11-1-16,18 12 0,-6 6 16,0 7-16,0 2 15,-4-2-15,-2 1 16,1 1-16,-7-27 15,6 27-15,-1 4 16,-5-31-16,5 32 16,-3-2-16,-2-30 15,1 28-15,-1-28 16,2 22-16,-2-22 16,1 17-16,-1-17 15,-2 11-15,2-11 0,-1 7 16</inkml:trace>
  <inkml:trace contextRef="#ctx0" brushRef="#br0" timeOffset="76402.27">15100 6988 0,'0'0'16,"0"0"-16,0 2 0,0-2 0,3 9 0,2 3 16,-3 8-16,-2-20 15,-2 22-15,-2 1 16,2 1-16,2-24 15,-6 25-15,2-1 16,4-24-16,2 26 16,-2-26-16,3 24 0,-3-24 15,6 23-15,-6-23 16,15 17-16,-15-17 16,16 11-16,4-8 15,-2-6-15,-18 3 16,18-10-16,-4-3 15,-1-5-15,2-2 16,-15 20-16,11-22 16,-5-1-16,-3-4 15,-3 27-15,2-25 16,-7 2-16,5 23 0,-11-22 16,-2 4-16,-5 2 15,18 16-15,-19-11 16,-4 5-16,23 6 15,-29 4-15,7 2 16,22-6-16,-25 14 16,6 3-16,19-17 15,-12 22-15</inkml:trace>
  <inkml:trace contextRef="#ctx0" brushRef="#br0" timeOffset="77371.02">15358 6993 0,'0'0'0,"0"0"0,0 0 0,0 3 0,1 1 16,-1-4-16,2 11 16,4 4-16,-5 8 15,2 2-15,0-2 16,-3-23-16,5 25 16,-5-25-16,2 24 15,-2-24-15,1 23 16,-1-23-16,0 21 0,0-21 15,0 17-15,0-17 16,-1 8-16,1-8 16,-3-1-16,0-11 15,0-7-15,-3-1 16,5-4-16,3 2 16,-2 22-16,6-21 15,3 1-15,-9 20 16,13-22-16,3-1 15,-16 23-15,19-22 16,-1 5-16,-18 17 0,20-10 16,0 9-16,-20 1 15,16 8-15,-2 8 16,-14-16-16,16 24 16,-4 3-16,-6 1 15,-6-28-15,8 30 16,-8-30-16,12 25 15,-12-25-15,9 22 16,-9-22-16,11 17 16,-11-17-16,16 11 0,0-10 15,1-11-15,-17 10 16,16-15-16,-3-2 16,0-8-16,-1-2 15,-5-3-15,-3 3 16,4-3-16,-2 1 15,-6 29-15,4-28 16,-1-1-16,-3 29 16,4-31-16,-4 31 15,3-28-15,-3 28 16,5-26-16,-5 26 0,6-20 16,-6 20-16,3-8 15,-2 13-15,-1-5 16,0 19-16,-1 6 15,-1 9-15,1-3 16,-1 1-16,3-4 16,-3 0-16,2 3 15,-1-2-15,1-29 16,-1 29-16,1-1 16,0-28-16,1 31 0,1-6 15,-2-25 1,7 22-16,-7-22 0,11 16 15,1-11-15,-12-5 16,19-1-16,0-8 16,-1-10-16</inkml:trace>
  <inkml:trace contextRef="#ctx0" brushRef="#br0" timeOffset="78433.53">15697 6988 0,'0'0'0,"0"0"0,6-2 16,8-5-16,10 0 15,5 0-15,3-5 16,-32 12-16,35-10 15,-3 0-15,4-2 16,-36 12-16,34-13 0,-8-3 16,-1-7-16,-25 23 15,21-23-15,-8 0 16,-13 23-16,8-23 16,-8 23-16,5-24 15,-7 3-15,2 21 16,-8-20-16,8 20 15,-11-14 1,-3-1-16,14 15 0,-20-9 0,20 9 16,-17-1-16,1 5 15,-1 9-15,4 6 16,13-19-16,-7 22 16,-2 2-16,4 6 15,-1 0-15,5 0 16,-3-2-16,4-28 15,-2 31-15,0-1 16,-6 4-16,8-34 16,0 34-16,0 1 15,0-35-15,3 37 0,-3-5 16,0-32-16,3 29 16,-3-29-1,3 20-15,-3-20 0,5 14 16,-5-14-16,5 7 15,1-4-15,-6-3 16,5-8-16,-5 8 16,7-10-16,-3-9 15,-4 19-15,3-21 16,2-1-16,-5 22 0,6-21 16,-6 21-16,9-22 15,1 0-15,-10 22 16,10-19-16,-10 19 15,8-14-15,-8 14 16,8-13-16,-8 13 16,6-9-16,-6 9 15,6-5-15,-3 8 16,8 1-16,-11-4 16,12 11-16,-4 2 0,-8-13 15,10 17-15,-5-1 16,-2 5-16,-3-21 15,-1 22-15,5-4 16,-4-18-16,8 19 16,-8-19-16,6 19 15,-6-19-15,7 15 16,-7-15-16,6 13 16,-6-13-16,3 8 15,2-8-15,-5 0 16,7-8-16,-2-1 0,-5 9 15,12-12-15,-12 12 16,7-13-16,-7 13 16,5-12-16,-5 12 15,3-11-15,-3 11 16,2-7-16,-2 7 16,0-5-16,0 5 15,-1 1-15,1-1 16</inkml:trace>
  <inkml:trace contextRef="#ctx0" brushRef="#br0" timeOffset="90575.26">17078 6797 0,'0'0'0,"0"0"0,0 0 0,0 0 0,0 0 16,3 2-16,0 5 15,-3-7-15,4 11 16,-4-11-16,0 13 16,-1 6-16,-3 5 15,-4 3-15,8-27 0,-5 25 16,0 0-16,1 2 16,4-27-16,-7 25 15,2 0-15,5-25 16,-2 26-16,2-26 15,-2 21-15,2-21 16,-3 20-16,3-20 16,1 20-16,-1-20 15,4 16-15,-4-16 16,5 11-16,-5-11 0,4 11 16,5-7-16,-9-4 15,16 2-15,3-6 16,-19 4-16,26-2 15,4-4-15,-30 6 16,38-6-16,-4 0 16,1 0-16,-35 6 15,28-6-15,-28 6 16,20-5-16,-20 5 0,17-2 16,-17 2-16,11 3 15,-11-3-15,3 4 16</inkml:trace>
  <inkml:trace contextRef="#ctx0" brushRef="#br0" timeOffset="90903.39">17056 7000 0,'0'0'0,"0"0"0,2-4 16,-2 4-16,4-7 16,-4 7-16,14-5 15,6-1-15,4-2 16,2 0-16,1 3 15,-27 5-15,23-4 16,-1-2-16,-22 6 0,22-5 16,-22 5-16,21-4 15,-7-2-15,-2-9 16</inkml:trace>
  <inkml:trace contextRef="#ctx0" brushRef="#br0" timeOffset="91169.01">17043 6794 0,'0'0'0,"0"0"0,6-5 0,10-4 0,5-2 16,4-3-16,7 3 16,-1 3-16,-4 0 0,-27 8 15,26-4-15,-2-5 16</inkml:trace>
  <inkml:trace contextRef="#ctx0" brushRef="#br0" timeOffset="92262.8">17533 6759 0,'0'0'0,"0"0"0,2 2 0,-2-2 0,-3 6 16,4 6-16,-2 4 15,1 3-15,-1 1 16,1-20-16,-6 24 16,2 0-16,4-24 15,-3 27-15,1 1 16,2-28-16,-1 26 15,1-26-15,3 26 0,-3-26 16,5 21-16,-5-21 16,4 15-16,-4-15 15,4 10-15,-4-10 16,4 4-16,1-9 16,0-8-16,0-4 15,-5 17-15,3-23 16,1-2-16,2-4 15,-2-1-15,1 1 16,0 4-16,1 1 0,-6 24 16,7-23-16,1-1 15,-8 24-15,11-26 16,-11 26-16,11-18 16,-11 18-16,13-11 15,-13 11-15,11-1 16,-11 1-16,11 8 15,-3 10-15,2 5 16,-4 6-16,1-3 16,-4-1-16,-3-25 0,5 27 15,2-2-15,-7-25 16,6 27-16,-6-27 16,5 25-16,-5-25 15,8 25-15,-8-25 16,8 18-16,-8-18 15,3 13-15,3-7 16,-6-6-16,7-4 16,1-5-16,-8 9 15,12-17-15,-4-5 0,-8 22 16,16-28-16,-3-3 16,0-1-16,1 2 15,-14 30 1,13-29-16,0 2 0,-13 27 15,12-27-15,-12 27 16,11-25-16,3 4 16,-14 21-16,15-19 15,-15 19-15,12-14 16,-12 14-16,10-2 16,-2 6-16,-3 8 0,-5-12 15,6 20-15,-5 0 16,-1-20-16,-1 27 15,2 4-15,-2 0 16,0-2-16,2 0 16,-1-3-16,2 0 15,-1-2-15,1 1 16,2-2-16,-4-23 16,7 21-16,-2 0 0,4 0 15,-9-21-15,4 21 16,-4-21-16,3 17 15,2-3-15,-5-14 16,7 15-16,-7-15 16,9 14-16,0-5 15,0-8-15</inkml:trace>
  <inkml:trace contextRef="#ctx0" brushRef="#br0" timeOffset="92669.01">18347 6699 0,'0'0'0,"0"0"0,0 0 0,2 2 0,-2-2 16,2 4-16,-2 9 15,0-13-15,-2 22 16,0 3-16,-3 6 16,2 4-16,3-35 15,-3 32-15,2-3 16,1-29-16,0 34 15,0-4-15,0 1 16,0-31-16,7 34 16,0-3-16,-3-4 0,-2-2 15,2-2-15,-4-23 16,1 21-16,2 1 16,-3-22-16</inkml:trace>
  <inkml:trace contextRef="#ctx0" brushRef="#br0" timeOffset="94309.64">19471 6646 0,'0'0'0,"0"0"0,0 0 0,-2-6 0,2 6 15,-3-5-15,3 5 16,-1-6-16,1 6 15,-2-3-15,0 1 16,2 2-16,3 6 16,-1 4-16,-2 5 15,0-15-15,0 19 16,-1 3-16,-1 4 16,2-26-16,-3 25 15,3 0-15,6 5 16,-6-30-16,6 26 0,-6-26 15,5 22-15,-5-22 16,5 22-16,-5-22 16,2 20-16,-2-20 15,1 18-15,-1-18 16,0 17-16,3-2 16,-3-15-16,-6 12 15</inkml:trace>
  <inkml:trace contextRef="#ctx0" brushRef="#br0" timeOffset="94669.06">19222 7060 0,'0'0'0,"0"0"0,0 0 0,-1-3 0,3 1 0,-2 2 16,8-8-16,7 3 0,10-1 15,2 2-15,-3 3 16,5-1-16,-3-2 16,-1-4-16,2 5 15,5-5-15,1 3 16,3 0-16,1-3 15,-1 0-15,-8 5 16,6-2-16,-6-3 16,-28 8-16,26-3 15,-26 3-15,23-3 16,-23 3-16,19-2 0,-11-4 16,-6-6-16</inkml:trace>
  <inkml:trace contextRef="#ctx0" brushRef="#br0" timeOffset="95075.32">19301 6601 0,'0'0'0,"0"0"0,0 0 0,2-1 15,1 0-15,8-3 0,-11 4 16,16 0-16,-1-3 15,5 0-15,-20 3 16,24-2-16,4 0 16,5-4-16,9-1 15,-4-2-15,5 3 16,-4 2-16,-3 0 16,-36 4-16,34-1 15</inkml:trace>
  <inkml:trace contextRef="#ctx0" brushRef="#br0" timeOffset="96169.06">19835 6765 0,'0'0'0,"0"0"0,1 4 0,2 7 16,-3-11 0,2 14-16,2 3 0,-4-17 15,3 23-15,-1 3 16,-1 0-16,-1-26 15,1 27-15,-3-3 16,2-24-16,-2 24 16,2-24-16,0 17 0,0-17 15,3 14-15,-3-14 16,2 10-16,-2-10 16,2 0-16,1-6 15,3-9-15,-6 15 16,5-18-16,-1-5 15,-4 23-15,10-28 16,-3 1-16,1 2 16,-8 25-16,8-24 15,-3 3-15,-5 21 0,9-13 16,-9 13-16,6-9 16,0 5-16,-6 4 15,4 6-15,-1 8 16,-3-14-16,6 20 15,-4 1-15,-2-21 16,4 28-16,-4-28 16,5 23-16,-5-23 15,6 23-15,-6-23 16,8 19-16,-8-19 0,14 14 16,-2-9-16,5-10 15,-1-10-15,-3-4 16,2-4-16,-4-2 15,4-5-15,-2 0 16,-2 1-16,-3-2 16,1 3-16,-4 0 15,0 1-15,0 1 16,-5 26-16,2-25 16,1 1-16,-3 24 15,0-24-15,0 24 0,-2-17 16,-4 3-16,6 14 15,-13-10-15,5 9 16,8 1-16,-7 7 16,3 4-16,-3 7 15,7-18-15,-6 21 16,3 5-16,0 0 16,5 1-16,0 2 15,0-1-15,3-2 16,0 1-16,-2-2 0,1-2 15,-4-23-15,5 25 16,-4 0-16,-1-25 16,3 25-16,-3-25 15,1 25-15,-1-25 16,5 23-16,2-4 16,-7-19-16,11 18 15,-11-18-15,9 12 16,3-5-16,-12-7 15,16 1-15,2-5 16,3-6-16,-21 10 0,22-13 16,-1-1-16,-8-7 15,4 1-15,-6-1 16</inkml:trace>
  <inkml:trace contextRef="#ctx0" brushRef="#br0" timeOffset="96403.43">20122 6703 0,'0'0'0,"8"0"0,3-6 16,13-2-16,10-2 16,7 2-16,6-6 15,-5-4-15</inkml:trace>
  <inkml:trace contextRef="#ctx0" brushRef="#br0" timeOffset="97137.79">20779 6662 0,'0'0'0,"0"0"0,0 0 0,0 0 15,0 9-15,0-9 16,0 15-16,0 6 16,0-21-16,4 27 0,-4-1 15,0 8 1,0-4-16,-1 0 0,0-2 15,1-28-15,1 31 16,0-1-16,-1 4 16,3-4-16,-3-30 15,3 31-15,1-3 16,-1-1-16,-3-27 16,2 26-16,-2-26 15,2 22-15,-2-22 16,0 20-16,0-20 0,-2 17 15,2-17-15,0 10 16,-1-12-16,-2-12 16,1-9-16</inkml:trace>
  <inkml:trace contextRef="#ctx0" brushRef="#br0" timeOffset="98340.9">20732 6809 0,'0'0'16,"0"0"-16,4-2 0,4-6 0,-8 8 0,10-10 16,6 0-16,-16 10 15,26-8-15,-1 7 16,-25 1-16,30 5 15,-3 6-15,-27-11 16,23 20-16,-7-2 16,-16-18-16,6 21 0,-5-2 15,-4 0-15,-4-2 16,-3 3-16,-6-8 16,16-12-16,-17 13 15,17-13-15,-19 11 16,19-11-16,-16 4 15,6-7-15,13-3 16,9-5-16,6 2 16,3-1-16,5-2 15,-1 2-15,-25 10 16,33-13-16,0-2 0,2-1 16,-35 16-16,31-17 15,-2 1-15,-29 16 16,24-12-16,-24 12 15,20-10-15,-6-1 16,-14 11-16,11-17 16,-11 17-16,3-13 15,-6-2-15,3 15 16,-11-12-16,-7 7 0,-2 5 16,1 7-16,19-7 15,-22 9-15,0 5 16,22-14-16,-21 19 15,3 5-15,2 4 16,16-28-16,-14 27 16,10 0-16,4-27 15,4 24-15,-4-24 16,3 21-16,-3-21 16,10 15-16,4-7 0,-14-8 15,19 3-15,-3-4 16,8-6-16,-8-6 15,0-4-15,-16 17 16,15-16-16,-3-4 16,-12 20-16,7-21 15,-7 21-15,8-18 16,-8 18-16,5-15 16,-5 15-16,2-11 15,0 6-15,-2 5 16,0 4-16,1 3 0,-1 9 15,0-16-15,3 19 16,2 1-16,12 1 16,-17-21-16,13 22 15,4-6-15,-17-16 16,18 15-16,3-4 16,-3-5-16,-18-6 15,21 2-15,-1-3 16,-1-5-16,-19 6 15,15-11-15,-3-5 16,4-1-16,-7-2 0,-9 19 16,8-20-16,-8 20 15,9-17-15,-9 17 16,6-16-16,-6 16 16,7-17-16,-7 17 15,6-17-15,-6 17 16,3-12-16,-3 12 15,3-6-15,-3 6 16,0 2-16,0 10 16,-2 6-16,2-18 0,-1 23 15,2-2-15,-1-21 16,7 23-16,-7-23 16,8 18-16,-8-18 15,9 15-15,-5-8 16,-4-7-16,1 0 15</inkml:trace>
  <inkml:trace contextRef="#ctx0" brushRef="#br0" timeOffset="98997.16">21385 6596 0,'0'0'0,"0"0"0,0 0 0,6-1 0,-6 1 15,6 2-15,-6-2 16,7 5-16,-7-5 16,0 6-16</inkml:trace>
  <inkml:trace contextRef="#ctx0" brushRef="#br0" timeOffset="99840.96">21663 6806 0,'0'0'0,"0"0"0,0 0 15,1 1-15,-1-1 16,0 2-16,0-2 16,0 0-16,-1-1 15,1 1-15,-6-6 16,-3-2-16,9 8 15,-12-12-15,-3 5 16,15 7-16,-19-6 0,3 4 16,-3 6-16,1 1 15,18-5-15,-15 10 16,4 3-16,1 5 16,10-18-16,-13 18 15,8 1-15,5-19 16,-1 21-16,5-3 15,6-3-15,-10-15 16,15 10-16,1-4 0,-16-6 16,17-3-16,2-4 15,1-7-15,-1-2 16,-5-3-16,-4-2 16,-5-3-16,2 1 15,-4 1-15,-3 22 16,3-28-16,-1 0 15,-2 28-15,2-34 16,-2-2-16,-1 2 16,-1 4-16,2 30 0,3-26 15,-3 3-15,0 23 16,0-23-16,0 23 16,1-16-16,-1 16 15,-1-16-15,1 16 16,-1-7-16,1 7 15,1-3-15,0 14 16,-1 7-16,0 4 16,-1 3-16,2 3 15,1 4-15,-1 0 16,-2 6-16,2 0 16,-1-2-16,-1-2 0,5 1 15,-1-3-15,1-5 16,-4-27-16,5 28 15</inkml:trace>
  <inkml:trace contextRef="#ctx0" brushRef="#br0" timeOffset="100497.19">22423 6271 0,'0'0'0,"0"0"0,0 0 0,-1 1 16,1-1-1,-3-1-15,3 1 0,-6-1 16,6 1-16,-1-2 16,1 2-16,1 3 15,-1-3-15,4 8 16,-1 8-16,2 7 15,-5 5-15,1 2 16,-1 0-16,5 3 0,-3-2 16,2 5-16,-4 1 15,0 3-15,-3 1 16,3-41-16,3 43 16,-2-3-16,-4 2 15,0-7-15,3-35 16,0 29-16,0-29 15,1 27-15,-1-27 16,2 20-16,1-7 0,-7-15 16,3-10-16</inkml:trace>
  <inkml:trace contextRef="#ctx0" brushRef="#br0" timeOffset="100903.46">22478 6228 0,'0'0'0,"0"0"0,4 4 16,10 7-16,4 3 16,-18-14-16,17 20 15,-1 3-15,-2 5 0,-5-2 16,-7 4-16,-3-1 16,-7-3-16,1-1 15,-4-3-15,-3-1 16,-1 0-16,-8-1 15,-5-5-15,0 3 16,28-18-16,-28 16 16,4 1-16,1-4 15</inkml:trace>
  <inkml:trace contextRef="#ctx0" brushRef="#br0" timeOffset="101606.55">22566 6887 0,'0'0'0,"0"0"0,-2-4 16,-1-8-16,3 12 0,1-15 15,3-1-15,1-5 16,-2-1-16,-3 22 16,5-21-16,0 0 15,4 0-15,-4 0 16,-5 21-16,5-21 16,-5 21-16,6-17 15,-6 17-15,1-18 16,-1 18-16,-2-15 0,2 15 15,-3-9-15,3 9 16,-2-3-16,2 3 16,-3 5-16,3-5 15,2 11-15,-2-11 16,6 16-16,4 4 16,-10-20-16,14 20 15,2-1-15,-16-19 16,15 18-16,-3-2 15,-12-16-15,15 18 16,-6-2-16,-9-16 0,6 20 16,-6-20-16,4 20 15,-4-20-15,2 20 16,-2-20-16,0 18 16,0-18-16,0 12 15,0-12-15,7 6 16,4-8-16,5-12 15,-6-5-15,2-2 16</inkml:trace>
  <inkml:trace contextRef="#ctx0" brushRef="#br0" timeOffset="102200.3">22792 6702 0,'0'0'0,"0"0"0,0 0 15,0-1-15,0 1 16,0-4-16,0 4 15,0-2-15,0 2 16,0 0-16,0 0 16,0 6-16,-1 8 15,1-14-15,0 17 16,-2 1-16,2-18 0,-3 23 16,3-23-16,0 24 15,0-24-15,3 24 16,0 1-16,-3-25 15,7 24-15,-7-24 16,7 20-16,-7-20 16,8 17-16,-8-17 15,6 13-15,-6-13 16,4 6-16,-4-6 16,2 1-16,-2-1 15,1-5-15,-1 5 0,1-11 16,-1 11-16,3-17 15,1-2-15,-4-3 16,0 22-16,4-26 16,1 3-16,-5 23 15,3-24-15,5 2 16,-8 22-16,11-20 16,-11 20-16,13-17 15,-13 17-15,12-11 16,-1 11-16,-11 0 0,13 4 15,-4 7-15,0 10 16,-9-21-16,9 23 16,0 1-16,1 4 15,-3 0-15,-2-4 16,-2-1-16,-3-23 16,5 22-16,-5-22 15,8 18-15,-8-18 16,5 14-16</inkml:trace>
  <inkml:trace contextRef="#ctx0" brushRef="#br0" timeOffset="102325.33">23140 6902 0,'0'0'0,"0"0"0,0 0 0,0-2 0,0 2 16,0-3-16,0 0 15</inkml:trace>
  <inkml:trace contextRef="#ctx0" brushRef="#br0" timeOffset="103169.05">23453 6277 0,'0'0'0,"0"0"0,0 0 0,-2-2 15,2 0-15,0 2 0,-1 5 16,1 3-16,5 11 15,-6 4-15,-2 5 16,0 4-16,0 1 16,-2-1-16,4 5 15,-1 4-15,5 1 16,1 1-16,1 1 16,1-3-16,-4 0 15,2-6-15,-3-1 16,-1-34-16,0 31 15,-1-4-15,1-27 16,-2 23-16,2-23 0,-3 22 16,3-22-16,-5 18 15,-4-7 1,-3-12-16,4-10 0,0-14 16</inkml:trace>
  <inkml:trace contextRef="#ctx0" brushRef="#br0" timeOffset="103497.26">23460 6291 0,'0'0'0,"0"0"0,9-2 0,9-2 0,4 5 16,6 6-16,0 1 16,-28-8-16,27 14 0,-2 6 15,-25-20-15,19 29 16,-9 1-16,-10 4 16,-11-6-16,11-28 15,-17 29-15,-5-3 16,22-26-16,-30 28 15,30-28-15,-28 26 16,28-26-16,-23 27 16</inkml:trace>
  <inkml:trace contextRef="#ctx0" brushRef="#br0" timeOffset="104403.55">23803 6657 0,'0'0'15,"0"0"-15,0 0 0,0-3 0,0 3 16,-1-9-16,-7-4 15,-9 4-15,17 9 16,-20-5-16,-4 8 16,-7 7-16,4 7 15,3 1-15,-1 0 16,9 1-16,4 2 16,12-21-16,-11 19 0,4 3 15,7-22-15,-3 24 16,0-3-16,3-21 15,7 19-15,1-8 16,-8-11-16,15 10 16,0-8-16,-15-2 15,19-9-15,0-1 16,-19 10-16,22-18 16,-4-4-16,2-2 15,-20 24-15,19-19 16,-4-1-16,-15 20 0,12-19 15,-12 19-15,7-14 16,-7 14-16,5-8 16,-2 4-16,-3 4 15,3 6-15,-1 8 16,-2-14-16,4 17 16,-4-17-16,3 21 15,-3-21-15,5 22 16,-5-22-16,5 20 15,-5-20-15,8 15 0,-8-15 16,13 6-16,2-6 16,-15 0-16,19-11 15,0-4-15,0-7 16,-4 0-16,-15 22 16,14-24-16,-14 24 15,10-23-15,-10 23 16,10-19-16,-10 19 15,7-16-15,-7 16 16,5-8-16,-5 8 16,4-3-16,-4 3 0,2 8 15,0 6-15,-2 7 16,0-21-16,1 21 16,1 3-16,3-1 15,-5-23-15,7 20 16,-7-20-16,3 16 15,-3-16-15,3 15 16,-3-15-16,1 10 16,1-8-16,3-10 15,0-7-15</inkml:trace>
  <inkml:trace contextRef="#ctx0" brushRef="#br0" timeOffset="104559.76">23922 6475 0,'0'0'0,"0"0"0,4 4 0,-4-4 0,8 7 16</inkml:trace>
  <inkml:trace contextRef="#ctx0" brushRef="#br0" timeOffset="105372.31">24250 6743 0,'0'0'0,"0"0"0,0 0 15,4 0-15,-4 0 16,5-7-16,-5-7 0,-7-1 15,-6 3-15,-3-1 16,16 13-16,-22-10 16,-1 8-16,-4 7 15,1 4-15,2-1 16,-2 4-16,7 2 16,19-14-16,-16 16 15,3 0-15,13-16 16,-10 21-16,9-3 15,1-18-15,5 14 16,7-7-16,-12-7 0,18 1 16,4-6-16,5-5 15,-4-4-15,-23 14 16,27-17-16,-1-3 16,-26 20-16,25-25 15,-6-2-15,-2-3 16,-17 30-16,11-34 15,-2 2-15,-5-3 16,-2 0-16,0 3 16,-4 5-16,2 27 0,-4-30 15,1 6-15,3 24 16,-7-23-16,7 23 16,-3-20-16,3 20 15,-5-11-15,5 11 16,-7-1-16,2 6 15,-5 12-15,4 5 16,0 3-16,2 1 16,0 1-16,-1 1 15,3 5-15,0-3 0,0-3 16,2 2-16,0 0 16,-1-1-16,1-2 15,0-26-15,-3 27 16,4-2-16,-1-25 15,2 28-15,-2-28 16,1 22-16</inkml:trace>
  <inkml:trace contextRef="#ctx0" brushRef="#br0" timeOffset="105544.14">24380 6766 0,'0'0'0</inkml:trace>
  <inkml:trace contextRef="#ctx0" brushRef="#br0" timeOffset="107997.31">25411 6372 0,'0'0'0,"0"0"0,0 0 0,-3-1 0,3 1 16,-1-3-16,1 3 15,-2-11-15,2 11 0,-3-10 16,3 10-16,-3-8 16,3 8-16,0-9 15,0 9-15,-4-5 16,-4 6-16,8-1 15,-10 5-15,0 5 16,-1 6-16,2 3 16,3 4-16,3-2 15,-1 7-15,-2-1 16,7 1-16,2 2 0,1-2 16,4-3-16,4-2 15,-2-2-15,-4 0 16,-6-21-16,12 16 15,-12-16 1,14 18-16,-14-18 0,15 12 16,5-5-16,2-7 15,-3-5-15,1-8 16,-4-3-16,-3-3 16,-4-4-16,0-1 15,-2-2-15,0 1 0,-2-5 16,-2 3-16,-2-2 15,0 0-15,-1 2 16,0 27-16,-5-25 16,-2 0-16,-6-1 15,-2 3-15,-2 2 16,0 2-16,-1 9 16,-2 5-16,20 5 15,-19-1-15,-1 2 16,20-1-16,-24 10 0,5 4 15,3 2-15,1 5 16,15-21-16,-8 25 16,5 2-16,3-27 15,7 31-15,0-2 16,-7-29-16,16 30 16,2-6-16,7-6 15,5-7-15,-30-11 16,29 5-16,1-2 15,1-4-15,-3-4 16,-28 5-16,26-6 0,0-4 16</inkml:trace>
  <inkml:trace contextRef="#ctx0" brushRef="#br0" timeOffset="108872.28">25750 6393 0,'0'0'0,"0"0"0,0 0 0,0 0 16,0 0-16,0 2 16,0-2-16,1 10 0,-2 7 15,-1 8-15,2 3 16,0-28-16,-7 29 16,1-1-16,6-28 15,-5 26-15,5-26 16,-1 23-1,1-23-15,0 19 0,0-19 16,5 11-16,-5-11 16,7 3-16,2-9 15,6-7-15,-1-5 16,-14 18-16,13-20 16,2-3-16,-3 2 0,-12 21 15,12-20-15,-12 20 16,8-14-16,-8 14 15,8-13-15,1 11 16,-9 2-16,11 4 16,-2 8-16,-9-12 15,12 22-15,-4 3 16,-8-25-16,12 26 16,-12-26-16,11 24 0,-11-24 15,13 19-15,1-11 16,-14-8-16,19-2 15,-4-5-15,2-9 16,-17 16-16,15-16 16,-3-7-16,2-3 15,-3-2-15,-1 1 16,-5-1-16,0 1 16,-3-2-16,-2 0 15,2 1-15,-2 28 16,5-26-16,-3 1 0,-2 25 15,3-24-15,-3 24 16,2-19-16,-2 19 16,2-13-16,-2 8 15,0 5-15,2 3 16,-2 9-16,0 10 16,-5 3-16,3 2 15,-1 0-15,-2 2 16,0-2-16,1 2 0,1-1 15,0 3-15,5-3 16,-1-1-16,1-3 16,0-2-16,-2-22 15,6 21-15,-6-21 16,4 18-16,-4-18 16,7 16-16,-7-16 15,7 9-15,3-8 16,5-10-16,0-5 15,-3-6-15,1-4 16</inkml:trace>
  <inkml:trace contextRef="#ctx0" brushRef="#br0" timeOffset="109075.4">26037 6404 0,'0'0'0,"7"-4"0,5 1 0,10 1 16,5-2-16,9-3 0,-2 2 16,-3-4-16,-5-1 15</inkml:trace>
  <inkml:trace contextRef="#ctx0" brushRef="#br0" timeOffset="109497.73">26360 6350 0,'0'0'0,"0"0"0,0 0 16,-4 2-16,-1 2 16,-6 7-16,11-11 0,-15 11 15,-4 3-15,-4 2 16,23-16-1,-17 19-15,17-19 0,-19 17 16,19-17-16,-14 17 16,14-17-16,-7 16 15,6-5-15,1-11 16,7 8-16,-7-8 16,14 6-16,9-1 15,2-2-15,-25-3 0,25 5 16,-25-5-16,22 8 15,-22-8-15,19 10 16,-19-10-16,11 13 16,-3-1-16,-8-12 15,-8 15-15,-3-3 16,-12-5-16,23-7 16,-27 4-16,27-4 15,-27 1-15,5-6 16,22 5-16,-17-10 0,10-3 15,8-7-15,9-4 16,5 2-16,3-3 16,10-1-16,-6 1 15</inkml:trace>
  <inkml:trace contextRef="#ctx0" brushRef="#br0" timeOffset="110075.86">26490 6248 0,'0'0'0,"0"0"0,0-6 15,0 6-15,3-16 16,-3 16-16,1-18 16,-1 18-16,3-15 0,-3 15 15,3-12-15,-4 6 16,-2 12-16,-2 6 16,5-12-16,-3 16 15,2 4-15,-3 7 16,3 2-16,-3-2 15,4-1-15,1 2 16,2 3-16,0 0 16,3 0-16,-7 3 0,0-3 15,-1 3-15,2-3 16,-6-2-16,6-29 16,-4 25-16,1-4 15,3-21-15,-2 20 16,2-20-16,-4 16 15,4-16-15,-2 11 16,2-11-16,0 4 16,1-10-16,-1 6 15,1-16-15,5-7 16,-4-5-16,0 1 0,-2 27 16,1-27-16,-4 2 15,3 25-15,-7-24 16,7 24-16,-7-16 15,-4 6-15,11 10 16,-13-11-16,13 11 16,-7-10-16,7 10 15,-5-8-15,5 8 16,-2-10-16,11-3 0,10 2 16,5 0-1,4-1-15,-2-5 0</inkml:trace>
  <inkml:trace contextRef="#ctx0" brushRef="#br0" timeOffset="111138.36">26653 6485 0,'0'0'0,"0"0"0,0 0 0,1-1 0,-1 1 16,-1-6-16,-2-4 15,3 10-15,-10-11 16,10 11-16,-13-10 16,-2 3-16,15 7 15,-20-2-15,20 2 16,-18 3-16,-1 5 15,1 6-15,18-14 16,-14 16-16,6 3 0,-3 4 16,11-23-16,-5 24 15,5-24-15,0 20 16,7 0-16,-7-20 16,10 15-16,-10-15 15,18 6-15,2-5 16,-20-1-16,23-8 15,-5-7-15,-2-5 16,2 1-16,-18 19 16,9-21-16,-9 21 15,8-21-15,-8 21 0,6-19 16,-6 19-16,4-15 16,-4 15-16,0-12 15,0 12-15,1-4 16,-1 7-16,-4 9 15,4-12-15,-2 16 16,1 5-16,0 1 16,1-22-16,-2 22 15,2-22-15,0 23 0,0-23 16,2 19-16,-2-19 16,3 12-16,2-9 15,1-10-15,-6 7 16,10-15-16,1-4 15,-11 19-15,11-19 16,3-3-16,-14 22 16,14-21-16,-14 21 15,9-20-15,-9 20 16,11-17-16,-11 17 16,7-12-16,-3 7 15,-4 5-15,0 6 0,0 7 16,-5 5-16,-3 5 15,-1-3-15,9-20 16,-6 20-16,6-20 16,-4 15-16,4-15 15,-2 13-15,2-13 16,0 8-16,0-8 16,3 2-16,2-11 15,-5 9-15,8-17 0,5-4 16,-2-4-16,-11 25 15,12-22-15,3 0 16,-15 22-16,18-19 16,1 3-16,-19 16 15,23-10-15,-5 2 16,-18 8-16,17 2 16,-3 8-16,-2 5 15,-4 6-15,-8-21 16,9 20-16,1 2 15,-10-22-15,13 24 0,-13-24 16,13 19-16,4-10 16,-17-9-16</inkml:trace>
  <inkml:trace contextRef="#ctx0" brushRef="#br0" timeOffset="112997.74">27105 6403 0,'0'0'0,"-5"0"0,-8 0 0,-2 6 0,-3 3 0,18-9 16,-22 15-16,-2 5 16,24-20-16,-25 25 15,25-25-15,-19 25 16,19-25-16,-16 24 15,12-1-15,4-23 16,9 14-16,7-7 16,-16-7-16,27-2 15,1-5-15,-2-6 0,-3-7 16,2 2-16,-7-4 16,-3-3-16,-2-1 15,-1-3-15,-12 29 16,8-30-16,-3 1 15,-5 29-15,6-34 16,0 4-16,-6 30 16,0-28-16,0 28 15,-2-22-15,2 22 0,-4-15 16,-3 12-16,7 3 16,-8 7-16,2 9 15,2 8-15,-2 3 16,0 3-16,0-1 15,3-3-15,4 1 16,-1-27-16,4 31 16,0 0-16,-4-31 15,6 36-15,5-10 16,-11-26-16,10 25 16,-10-25-16,14 18 0,-14-18 15,11 7-15,1-7 16,-12 0-16,17-10 15,-3-6-15,-14 16 16,16-24-16,-3-1 16,-13 25-16,14-26 15,-14 26-15,10-22 16,-10 22-16,9-20 16,-9 20-16,6-11 15,-6 11-15,3-2 0,-3 2 16,-1 9-16,-3 8 15,4-17-15,-2 24 16,4-1-16,-2-23 16,5 23-16,-5-23 15,5 16-15,-5-16 16,7 6-16,-7-6 16,8-1-16,3-9 15,-11 10-15,9-16 16,-9 16-16,11-18 15,-11 18-15,12-20 0,-12 20 16,8-16-16,-8 16 16,4-11-16,-5 8 15,1 3-15,-6 4 16,-4 7-16,10-11 16,-11 19-16,2 1 15,9-20-15,-6 22 16,6-22-16,-5 16 15,5-16-15,-2 10 16,2-4-16,0-6 16,7-5-16,0-5 0,4-3 15,2-3-15,-1-3 16,-12 19-16,13-17 16,3-1-16,-16 18 15,16-21-15,-16 21 16,19-14-16,-19 14 15,18-13-15,-18 13 16,16-5-16,-16 5 0,10 4 16,0 7-16,-10-11 15,8 14-15,-8-14 16,6 17-16,5 0 16,-11-17-16,13 13 15,1-3-15,4-6 16,2-1-16,-1-6 15,-1-6-15,-18 9 16,20-11-16,-3-5 16,5-5-16,-5 1 15,-17 20-15,18-23 0,-18 23 16,10-24-16,-10 24 16,4-22-16,-4 22 15,-5-17-15,-5 9 16,-11 12-16,0 3 15,-2 8-15,2 2 16,3 4-16,5-1 16,13-20-16,-14 20 15,14-20-15,-11 19 16,11-19-16,-6 13 0,9-2 16,-3-11-16,8 3 15,4-5-15,5-6 16,-17 8-16,20-12 15,-2-3-15,-18 15 16,18-16-16,-18 16 16,21-12-16,-21 12 15,14-7-15,-14 7 16,12-2-16,-6 11 16,-8 9-16,1 5 0,-3 5 15,-1 4-15,-6-1 16,6 8-16,-4-1 15,0 8-15,-4 2 16,6-2-16,-3 1 16,5-3-1,1-3-15,0 0 0,0-5 16,-2-3-16,6-33 16,-8 25-16,8-25 15,-11 18-15,2-12 0,-6-10 16,4-12-16,3-10 15,-5-8-15,2-3 16,5 4-16,4 0 16,2 33-16,0-28 15,6 2-15,4-2 16,6 7-16,2 2 16,5 2-16,2 3 15,-1 1-15,2 3 16,-26 10-16,26-5 15,-2 3-15,-24 2 0,25-1 16,-12-7-16,-9-2 16</inkml:trace>
  <inkml:trace contextRef="#ctx0" brushRef="#br0" timeOffset="113200.9">27246 6214 0,'0'0'0,"0"0"0,0 0 16,1 2-16,-1-2 15</inkml:trace>
  <inkml:trace contextRef="#ctx0" brushRef="#br0" timeOffset="114029.43">28222 5927 0,'0'0'0,"0"0"0,-5-5 0,5 5 16,-6-6-16,6 6 16,-6-4-16,-6 5 0,4 8 15,-1 6-15,0 5 16,3 2-16,0 6 15,-1 1-15,1 5 16,0 2-16,1 2 16,4 0-16,3 1 15,0-3-15,-1 0 16,1-3-16,2 1 0,-4-34 16,2 31-16,-1-1 15,-1-30-15,-2 33 16,1-4-16,1-29 15,-1 24-15,1-24 16,-1 16-16,1-16 16,1 8-16,1-14 15,2-10-15,-1-4 16,-3-5-16,2-4 16,-1 4-16,2-1 0,-3 26 15,3-27-15,1 4 16,2 1-16,-6 22 15,8-19-15,7 4 16,6 4-16,0 8 16,0 10-16,2 4 15,-6 6-15,0 4 16,-17-21-16,13 22 16,-9 2-16,-7 2 15,-12-1-15,-4-7 16,-9-4-16,0-3 0,-3-4 15,31-7-15,-30 5 16,4-2-16,26-3 16,-23 0-16,7-6 15,13-3-15,6-4 16,13 0-16,5-1 16</inkml:trace>
  <inkml:trace contextRef="#ctx0" brushRef="#br0" timeOffset="114841.93">28526 6306 0,'0'0'0,"0"0"0,0 0 0,4-3 0,-4 3 16,3-7-16,-5 1 16,-9 2-16,-9 8 15,0 6-15,-8 8 16,6 2-16,-1 3 15,23-23-15,-21 27 16,6-2-16,15-25 16,-11 22-16,11-22 0,-3 18 15,3-18-15,4 10 16,3-9-16,-7-1 16,11-9-16,3-5 15,-14 14-15,13-19 16,-1-3-16,-12 22 15,17-20-15,-17 20 16,12-14-16,-3 10 16,1 10-16,-10-6 15,7 16-15,0 9 16,-7-25-16,8 32 0,5-3 16,9-7-16,2-6 15,-24-16-15,26 6 16,3-6-16,-1-9 15,-5-4-15,2-6 16,-4 0-16,0-5 16,-7-1-16,-1-3 15,-3-6-15,-1 0 16,0-4-16,-2 1 16,-7 2-16,-4 5 15,4 30-15,-2-30 0,-3 2 16,5 28-1,-9-25-15,9 25 0,-5-22 16,5 22-16,-9-18 16,9 18-16,-8-11 15,1 11-15,-3 14 16,6 5-16,-1 4 16,3 5-16,6-1 15,1 5-15,-2 2 0,-1 1 16,0 2-16,3 3 15,0-4-15,0-4 16,0-2-16,6 0 16,-11-30-16,12 25 15,-1-3-15,-11-22 16,16 18-16,3-10 16,0-14-16,7-5 15,-1-8-15,-5-3 16</inkml:trace>
  <inkml:trace contextRef="#ctx0" brushRef="#br0" timeOffset="115701.28">29104 6287 0,'0'0'16,"0"0"-16,-3-6 0,3 6 0,-5-11 0,-7 2 15,-5 2-15,-3 4 16,-4 8-16,2 6 15,-5 3-15,27-14 16,-29 22-16,2 4 16,27-26-16,-28 31 15,28-31-15,-24 28 16,10-3-16,14-25 0,-3 17 16,3-17-16,2 11 15,8-7-15,-10-4 16,16-6-16,1-6 15,-17 12-15,16-20 16,2-1-16,-18 21 16,17-20-16,-17 20 15,18-15-15,-18 15 16,15-9-16,-4 10 0,0 10 16,-11-11-16,7 17 15,1 3-15,1 3 16,-9-23-16,19 17 15,-19-17-15,18 11 16,1-7-16,3-7 16,0-7-16,-22 10 15,14-15-15,2-4 16,-5-6-16,-11 25 16,10-29-16,1 2 0,-11 27 15,6-27-15,-6 27 16,5-23-16,-5 23 15,3-15-15,-5 12 16,-1 10-16,-3 8 16,0 5-16,-3 4 15,9-24-15,-7 21 16,3 4-16,2 3 16,2-28-16,3 25 15,-3-25-15,5 17 16,-5-17-16,6 12 0,-6-12 15,12 1 1,3-11-16,-1-9 0,4-5 16,-2-1-16,-1 1 15,-15 24-15,15-23 16,-1 4-16,-14 19 16,18-15-16,-18 15 15,14-10-15,3 9 16,-3 7-16,-14-6 15,12 11-15,-1 8 0,-11-19 16,10 24-16,-1 2 16,1 3-16,-10-29 15,11 26-15,2-2 16,-13-24-16,14 23 16,0-9-16,-14-14 15,17 0-15,-17 0 16</inkml:trace>
  <inkml:trace contextRef="#ctx0" brushRef="#br0" timeOffset="116263.78">29641 6233 0,'0'0'0,"0"0"0,-5 3 0,-8 4 16,-7 2-16,1 1 15,-7 7-15,0 0 16,0 4-16,26-21 16,-23 20-16,23-20 0,-17 23 15,6 1-15,5 2 16,9-6-16,-3-20 16,13 18-16,4-6 15,10-4-15,1-8 16,2-2-16,1-3 15,0-3-15,-1-3 16,1-1-16,-6-3 16,-2-3-16,-7 0 15,-16 18-15,19-22 16,-19 22-16,14-22 0,-14 22 16,11-21-16,-11 21 15,4-18-15,-7 11 16,-8 7-16,-4 9 15,-1 5-15,0 6 16,-1 2-16,17-22 16,-12 22-16,12-22 15,-7 24-15,2 0 16,16-1-16,3 0 16,9-4-16,9-4 15,7-4-15,8-2 0,5-4 16,3-1-16,5 2 15,-5-6-15,-2-2 16,-8-4-16,-1-4 16,-7-2-16</inkml:trace>
  <inkml:trace contextRef="#ctx0" brushRef="#br0" timeOffset="126265.79">5733 9581 0,'0'0'0,"0"0"0,1-7 0,-1 7 16,2-13-16,-2 13 15,6-16 1,-6 16-16,8-19 0,-8 19 16,9-17-16,-9 17 15,3-12-15,-3 12 0,3-7 16,-6 9-16,-9 6 16,12-8-16,-10 15 15,1 4-15,-1 6 16,-1-1-16,7 1 15,4-25-15,-6 28 16,-2 0-16,4 6 16,-1 1-16,-4-3 15,9-32-15,-5 28 16,2 0-16,3-28 16,-1 24-16,1-24 15,-2 21-15,2-21 16,2 15-16,-2-15 0,7 8 15,-7-8-15,9 0 16,2-8-16,-11 8 16,12-16-16,1-7 15,-2-9-15,-3-4 16,2-2-16,-9 3 16,4 1-16,-1-7 15,-3 5-15,-4-3 16,-1 1-16,4 38 0,-3-39 15,3 39-15,-7-34 16,1 7-16,6 27 16</inkml:trace>
  <inkml:trace contextRef="#ctx0" brushRef="#br0" timeOffset="165853.04">15175 8150 0,'0'0'0,"0"0"0,0 0 0,2 0 0,-2 0 16,4-1-16,-4 1 15,7-5-15,2 0 16,-9 5-16,12-7 16,-6-1-16,-6 8 15,8-14-15,-8 14 16,8-13-16,-5-3 15,-3 16-15,4-16 16,-4 16-16,7-15 16,-7 15-16,6-17 0,-6 17 15,3-13-15,-3 13 16,1-9-16,-1 9 16,3-5-16,-3 5 15,-1 6-15,-1 7 16,2-13-16,-3 16 15,2 4-15,-4 3 16,2 0-16,5 1 16,-2-24-16,-1 24 0,1-24 15,-3 24-15,3-24 16,-1 24-16,1-24 16,0 26-16,0-26 15,0 27-15,3-4 16,-3-23-16,1 21 15,-1-21-15,0 17 16,0-17-16,-1 15 16,1-15-16,-2 11 15,2-11-15,0 10 0,0-10 16,-1 7-16,1-7 16,0 4-16,0-4 15,0 1-15,0-1 16,-1-1-16,1 1 15,-1-3-15,1 3 16,0-1-16,0-2 16</inkml:trace>
  <inkml:trace contextRef="#ctx0" brushRef="#br0" timeOffset="167494.66">15201 9322 0,'0'0'0,"0"0"0,0 0 0,0-4 16,0 4-16,0-5 16,0 5-16,0-11 15,0 11-15,2-12 16,-1 3-16,-1 9 15,0-14-15,0 14 0,0-13 16,0 13-16,-1-15 16,1 15-16,1-15 15,-1 15-15,2-19 16,-1 2-16,-1 17 16,3-18-16,-3 18 15,6-15-15,-6 15 16,11-12-16,-11 12 15,11-10-15,3 2 16,-14 8-16,19-4 0,-19 4 16,17 3-16,-17-3 15,15 5-15,1 5 16,-4 4-16,-12-14 16,5 17-16,-3-1 15,-2-16-15,0 18 16,-6 2-16,6-20 15,-14 19-15,1 1 16,13-20-16,-19 22 0,-2-4 16,21-18-16,-22 21 15,22-21-15,-20 19 16,20-19-16,-16 19 16,16-19-16,-15 15 15,15-15-15,-11 15 16,11-15-16,-4 10 15,7-2-15,-3-8 16,16 5-16,3-1 16,5-2-16,-24-2 15,26-1-15,-2 2 0,-24-1 16,27 3-16,-27-3 16,26 1-16,-26-1 15,22 1-15,-22-1 16,21 2-16,-21-2 15,15 3-15,-15-3 16,8 4-16,-8-4 16,9 5-16</inkml:trace>
  <inkml:trace contextRef="#ctx0" brushRef="#br0" timeOffset="168635.31">15240 9716 0,'0'0'0,"0"0"0,0 0 0,-5 1 16,5-1-16,-8 0 15,8 0-15,-10 0 16,10 0-16,-8 0 16,8 0-16,-6-1 15,6 1-15,-6-1 16,6 1-16,-3-1 0,3 1 15,-1-2-15,1 2 16,1 0-16,-1 0 16,2-5-16,-2 5 15,4-4-15,-4 4 16,8-6-16,-8 6 16,8-7-16,-8 7 15,9-8-15,-9 8 16,11-8-16,0 2 15,3 6-15,-14 0 16,15-2-16,1 1 16,-16 1-16,16 6 0,-16-6 15,15 8-15,-15-8 16,15 10-16,0 5 16,-15-15-16,13 16 15,-13-16-15,9 20 16,-5-1-16,-4-19 15,6 22-15,-6-22 16,-5 22-16,-5 1 16,10-23-16,-15 25 15,0-4-15,15-21 0,-16 21 16,16-21-16,-13 13 16,13-13-16,-15 11 15,15-11-15,-12 8 16,12-8-16,-10 6 15,10-6-15,-8 4 16,8-4-16,-1-4 16,1 4-16,3-5 15,-3 5-15,3-6 0,1 1 16,-4 5-16,8-7 16,-8 7-16,10-7 15,-10 7-15,10-4 16,-10 4-16,8-4 15,-8 4-15,7-3 16,0 5-16,-7-2 16,8 2-16,-8-2 15,12 5-15,-12-5 16,13 4-16,-13-4 0,11 7 16,-11-7-16,12 10 15,-12-10-15,11 15 16,0 4-16,-11-19 15,10 22-15,-10-22 16,8 23-16,-8 0 16,0-23-16,-9 21 15,-2-1-15,11-20 16,-15 15-16,-4-1 16,-2-7-16,21-7 15,-23 4-15,-2-6 0,25 2 16,-27-2-16,27 2 15,-27-6-15,27 6 16,-23-6-16,23 6 16,-16-2-16,16 2 15</inkml:trace>
  <inkml:trace contextRef="#ctx0" brushRef="#br0" timeOffset="170573.26">15347 10456 0,'0'0'0,"0"0"0,0 0 0,0 0 0,0 0 16,3 1-16,-3-1 15,4 5-15,-4-5 16,3 4-16,-3-4 15,2 3-15,-2-3 16,2 6-16,-2-6 16,1 5-16,-1-5 15,-1 4-15,1-4 0,-1 6 16,1-6-16,-6 7 16,-1 1-16,7-8 15,-11 9-15,-2 1 16,13-10-16,-13 15 15,-1 1-15,14-16 16,-16 21-16,1-2 16,-4-1-16,19-18 15,-19 15-15,19-15 16,-16 16-16,16-16 16,-16 11-16,16-11 0,-14 8 15,14-8-15,-9 5 16,9-5-16,-3 3 15,3-3-15,3-2 16,-3 2-16,9-1 16,6-3-16,-15 4 15,21-6-15,2 3 16,4 0-16,-1 4 16,-2 2-16,-24-3 15,25-1-15,-2 0 16,0 0-16,-23 1 0,20-2 15,-20 2 1,20 0-16,-20 0 0,18 4 16,-18-4-16,14 5 15,-14-5-15,10 5 16,-5-2-16,-5-3 16,3-4-16,-10-7 15,-2-9-15,9 20 16</inkml:trace>
  <inkml:trace contextRef="#ctx0" brushRef="#br0" timeOffset="170870.14">15356 10419 0,'0'0'0,"0"0"0,0 0 0,1-2 0,-1 2 16,-2-5-16,2 5 15,2-4-15,-2 4 16,3 2-16,1 6 16,1 7-16,-5-15 15,4 20-15,-3 2 16,-1-22-16,1 35 16,-1-1-16,0 6 0,-5-3 15,4 0-15,0-1 16,2 0-16,-3-3 15,-1 4-15,3-37 16</inkml:trace>
  <inkml:trace contextRef="#ctx0" brushRef="#br0" timeOffset="171776.39">15327 11251 0,'0'0'0,"0"0"0,0 0 0,-3-1 0,3 1 0,-1-4 16,1 4-16,-3-6 16,3 6-16,-3-5 15,3 5-15,-5-1 16,5 1-16,-7 0 15,7 0-15,-12 5 0,1 6 16,11-11-16,-10 13 16,10-13-16,-8 13 15,8-13-15,-6 16 16,6-16-16,-1 13 16,1-13-16,1 9 15,-1-9-15,4 7 16,-4-7-16,7 4 15,-7-4-15,9 4 16,-9-4-16,14 2 16,-14-2-16,16 1 0,-16-1 15,16-1 1,-16 1-16,18-1 0,-18 1 16,15 2-16,-3 3 15,-12-5-15,16 10 16,-6 0-16,-10-10 15,12 12-15,-12-12 16,9 11-16,-6 3 16,-3-14-16,1 16 15,-1-16-15,-8 12 16,-1 5-16,9-17 0,-10 18 16,-2-4-16,12-14 15,-17 12-15,-2-1 16,0-2-16,-1-4 15,20-5-15,-23 6 16,23-6-16,-18 4 16,-3-4-16,21 0 15,-19-1-15,0-2 16,8-7-16</inkml:trace>
  <inkml:trace contextRef="#ctx0" brushRef="#br0" timeOffset="172073.3">15306 11180 0,'0'0'0,"0"0"0,2 0 0,-2 0 0,8-4 0,6 1 16,11 1-16,-2-4 16,-23 6-16,26-7 15,4 1-15,-30 6 16,37-6-16,-1 0 16,-36 6-16,39-1 15,-39 1-15,34 1 16</inkml:trace>
  <inkml:trace contextRef="#ctx0" brushRef="#br0" timeOffset="173135.81">15521 11863 0,'0'0'0,"0"0"0,0 0 0,1-5 0,-1 5 0,-2-4 16,2 4-16,-8-8 15,-3 4-15,11 4 16,-17-2-16,0 3 15,-3 2-15,20-3 16,-19 7-16,-3 2 16,22-9-16,-21 13 15,-1 1-15,22-14 16,-22 20-16,4-1 0,0 4 16,2 0-16,16-23 15,-9 21-15,1-1 16,8-20-16,-6 25 15,1-1-15,5-24 16,-3 25-16,4-2 16,-1-23-16,9 24 15,-9-24-15,7 20 16,-7-20-16,11 19 16,5-3-16,-16-16 15,16 11-15,1-6 16,-17-5-16,23 4 15,-23-4-15,20-2 0,-20 2 16,19-7-16,-19 7 16,14-11-16,2-5 15,-16 16-15,8-17 16,-8 17-16,5-16 16,-5 16-16,3-19 15,-5 3-15,2 16 16,-12-12-16,-5 6 0,-5 12 15,0 5-15,-1 5 16,1 4-16,4 2 16,-1 7-16,5-1 15,14-28-15</inkml:trace>
  <inkml:trace contextRef="#ctx0" brushRef="#br0" timeOffset="174433.47">15271 12680 0,'0'0'0,"0"0"0,0 0 0,3 0 15,-3 0-15,-1 1 0,1-1 16,2 1-16,-2-1 15,-1 0-15,1 0 16,0 6-16,0-6 16,0 8-16,0-8 15,-2 10-15,2-10 16,-1 8-16,1-8 0,0 1 16,0-1-16,0-5 15,1-4-15,-1 9 16,5-13-16,-5 13 15,3-13-15,-3 13 16,6-13-16,-6 13 16,4-10-16,-4 10 15,4-8-15,-4 8 16,4-5-16,-4 5 16,8-3-16,2 2 15,-10 1-15,15-3 16,-15 3-16,15 1 0,2 2 15,-17-3-15,25 7 16,-7-2-16,4-4 16,-22-1-16,22-1 15,-22 1-15,20-2 16,-20 2-16,18-3 16,-18 3-16,16-6 15,-16 6-15,12-5 16,-12 5-16,9-6 0,-9 6 15,5-7-15,-5 7 16,2-4-16,-2 4 16,0-1-16,0 1 15,-5 2-15,5-2 16,-7 3-16,-1 5 16,8-8-16,-7 12 15,7-12-15,-4 11 16,-4 1-16,8-12 15,-10 20-15,4 2 0,-2 5 16,2 3-16,2 3 16,-1-1-16,0 1 15,-4-1-15,0 1 16,0 2-16,-3-5 16,12-30-16,-12 27 15</inkml:trace>
  <inkml:trace contextRef="#ctx0" brushRef="#br0" timeOffset="175730.36">15622 13594 0,'0'0'0,"0"0"0,0 0 16,-3-4-16,1-7 16,2 11-16,-1-15 15,1 15-15,-5-16 16,-3-2-16,8 18 0,-11-18 16,-1 2-16,-3 3 15,2-1-15,13 14 16,-16-11-16,3 4 15,13 7-15,-14-8 16,1 4-16,13 4 16,-18-3-16,18 3 15,-20 0-15,-4 4 16,24-4-16,-22 7 16,1 5-16,21-12 15,-21 17-15,21-17 0,-14 17 16,4-1-16,10-16 15,-5 18 1,5 0-16,0-18 0,8 17 16,4-3-16,2 0 15,4-2-15,0-1 16,-18-11-16,20 9 16,1-1-16,0 0 15,0 4-15,-21-12 0,20 11 16,-1 2-16,-19-13 15,18 14-15,-4 0 16,-14-14-16,14 17 16,-14-17-16,10 18 15,-5-1-15,-5-17 16,0 19-16,-5-2 16,5-17-16,-9 18 15,-10-5-15,19-13 16,-21 8-16,0-4 0,21-4 15,-23-1-15,0-6 16,23 7-16,-19-11 16,19 11-16,-15-14 15,6-8-15,9-4 16,0 26-16,7-27 16,10-1-16,8-1 15,7-2-15,-1 5 16,3 1-16,-3 1 15,-5 1-15</inkml:trace>
  <inkml:trace contextRef="#ctx0" brushRef="#br0" timeOffset="176933.87">15543 14514 0,'0'0'0,"0"0"0,0 0 16,3 3-16,-3-3 15,2 1-15,-2-1 0,4 0 16,-4 0 0,7 1-16,-7-1 0,11-2 15,-11 2-15,8-7 16,-8 7-16,7-8 15,-7 8-15,2-5 16,-2 5-16,-2-9 16,2 9-16,-6-11 15,6 11-15,-7-13 16,7 13-16,-9-16 16,9 16-16,-10-19 0,-1-1 15,11 20-15,-10-21 16,10 21-16,-14-20 15,14 20-15,-10-19 16,-2 0-16,12 19 16,-12-18-16,12 18 15,-11-11-15,1 0 16,10 11-16,-13-5 16,13 5-16,-14 0 15,3 4-15,11-4 0,-18 8 16,3 7-16,15-15 15,-17 21-15,6 1 16,5 2-16,6-24 16,-3 23-16,2 1 15,1-24-15,6 21 16,3-2-16,-9-19 16,17 19-16,-1-6 15,10-4-15,-26-9 16,24 1-16,1-3 0,0-3 15,-25 5-15,22-11 16,-6-1-16,-16 12 16,18-14-16,-18 14 15,13-14-15,-13 14 16,7-13-16,-7 13 16,4-11-16,-4 11 15,2-8-15,-2 8 16,0-4-16,0 4 15,0 0-15,1 6 0,-1-6 16,1 14-16,4 4 16,-2 7-16,-2 6 15,1 4-15,-3 1 16,-2 7-16,-1-1 16,0 3-16,4-1 15,-5-9-15,5-35 16</inkml:trace>
  <inkml:trace contextRef="#ctx0" brushRef="#br0" timeOffset="177606.11">15408 15387 0,'0'0'0,"0"0"0,0 0 0,4-3 0,-4 3 16,8-2-16,-8 2 15,7-6-15,-7 6 16,5-7-16,-5 7 16,4-6-16,-4 6 15,2-9-15,-2 9 0,1-8 16,-1 8-16,1-5 16,-1 5-16,0-3 15,0 5-15,0-2 16,-3 9-16,3-9 15,-6 13-15,3 8 16,1 6-16,2-27 16,-1 28-16,-1 2 15,1 5-15,1-35 16,1 33-16,-1-6 0,0-27 16,-3 27-16,3-27 15,-1 23-15,4-10 16,-3-13-16,5 0 15</inkml:trace>
  <inkml:trace contextRef="#ctx0" brushRef="#br0" timeOffset="178137.4">15669 15373 0,'0'0'0,"0"0"0,0 0 0,0 2 0,0-2 15,0 2-15,0 2 16,0-4-16,-1 12 16,-2 2-16,-3 6 15,0 0-15,-2 1 16,0-1-16,8-20 0,-3 24 15,4-1-15,1 3 16,1-1-16,5-2 16,-8-23-16,7 23 15,-7-23-15,10 19 16,-10-19-16,12 14 16,-12-14-16,20 12 15,-20-12-15,19 6 16,2-8-16,-21 2 15,22-5-15,-5-8 16,-17 13-16,14-18 0,-4-2 16,-5-4-16,-2-1 15,-4 1-15,-2 2 16,3 22-16,-5-21 16,-3 1-16,-4-2 15,12 22-15,-19-19 16,-3 3-16,-6 3 15,2 9-15,26 4 16,-25 0-16,3 4 16</inkml:trace>
  <inkml:trace contextRef="#ctx0" brushRef="#br0" timeOffset="178762.8">15525 16319 0,'0'0'0,"0"0"0,0 0 0,2 0 15,-2 0-15,4 0 16,-4 0-16,2 1 16,-2-1-16,2 0 15,-2 0-15,1 6 16,-1-6-16,0 11 16,0 6-16,-4 8 0,4-25 15,-5 26-15,4 2 16,-4 1-16,5-29 15,0 28-15,2-1 16,-2-27-16,1 28 16,-1-28-16,0 20 15,3-13-15</inkml:trace>
  <inkml:trace contextRef="#ctx0" brushRef="#br0" timeOffset="179137.8">15776 16288 0,'0'0'0,"0"0"0,0 0 15,0 5-15,0-5 0,3 5 16,-3-5-16,-1 10 16,0 5-16,1-15 15,-3 19-15,0 2 16,1 3-16,-2 5 16,2-1-16,-1-1 15,4 1-15,-8 3 16,4-1-16,-2 1 15,5-31-15,0 32 16,0-32-16,-4 26 0</inkml:trace>
  <inkml:trace contextRef="#ctx0" brushRef="#br0" timeOffset="179965.89">15608 17366 0,'0'0'0,"0"0"0,0 0 0,1-1 15,-1 1-15,2-2 16,-2 2-16,1-2 16,-1 2-16,1-3 15,-1 3-15,1-2 0,-1 2 16,-1 4 0,-1 3-16,2-7 0,-3 16 15,-2-2-15,-3 6 16,3 1-16,2 2 15,0-1-15,-1-2 16,5 4-16,-2 1 16,1 0-16,0-25 15,-1 29-15,3-1 16,-3 4-16,1-32 16,3 31-16,-1-5 15,-2-26-15,0 24 0,0-24 16,2 19-16,0-12 15,-2-7-15</inkml:trace>
  <inkml:trace contextRef="#ctx0" brushRef="#br0" timeOffset="180700.27">15737 17534 0,'0'0'0,"0"0"0,0 0 0,0 0 0,0 0 16,0-7-16,0 7 0,0-7 15,0 7-15,0-12 16,0 12-16,-1-16 16,1 16-16,0-17 15,0 17-15,2-16 16,-2 16-16,4-18 16,-4 18-16,8-13 15,5 3-15,-13 10 16,16-5-16,0 3 15,-16 2-15,17-1 0,-1 3 16,-16-2-16,22 4 16,-22-4-16,14 6 15,2 8-15,-16-14 16,9 19-16,-4-1 16,-4 4-16,-1-22 15,-2 24-15,-2-3 16,-5 1-16,1 0 15,-1 0-15,9-22 16,-12 17-16,-1 2 16,13-19-16,-15 20 0,15-20 15,-15 18-15,15-18 16,-14 17-16,14-17 16,-12 15-16,12-15 15,-12 12-15,12-12 16,-8 9-16,8-9 15,-5 4-15,5-4 16,-2 4-16,2-4 16,2 1-16,8 4 0,4 0 15,4-2-15,6-1 16,4-1-16,4 0 16,4 5-16,0-2 15,-1 1-15,-35-5 16</inkml:trace>
  <inkml:trace contextRef="#ctx0" brushRef="#br0" timeOffset="194374.62">2562 12166 0,'0'0'0,"0"0"0,0 0 0,0 0 0,-4 4 16,4-4-16,-6 6 15,0 7-15,6-13 16,-8 16-16,2 4 15,2 3-15,-1 0 16,-1 1-16,1-1 0,5-23 16,-6 22-16,3 2 15,0 2-15,3-26 16,-3 24-16,3-24 16,-4 21-16,4-21 15,-3 22-15,3-22 16,1 19-16,-1-19 15,2 15-15,-2-15 16,7 12-16,6-3 0,5-5 16,-18-4-16,21 1 15,4 0-15,8-4 16,-33 3-16,30-5 16,2 2-16,-32 3 15,31-2 1,-31 2-16,31-2 0,-31 2 15,26 2-15,-26-2 16,21 3-16,-21-3 16,16 3-16</inkml:trace>
  <inkml:trace contextRef="#ctx0" brushRef="#br0" timeOffset="194734.03">2463 12413 0,'0'0'0,"0"0"0,1-3 15,-1 3-15,6-7 16,7-2-16,-13 9 16,14-8-16,8 0 15,5 1-15,1 0 16,2 1-16,-30 6 16,31-4-16,-1-2 0,-2 1 15,-28 5-15,26-3 16,-26 3-16,23 2 15,-23-2-15,18 0 16,-10-5-16</inkml:trace>
  <inkml:trace contextRef="#ctx0" brushRef="#br0" timeOffset="194968.37">2461 12173 0,'0'0'0,"6"-2"16,7-4-16,1-2 0,11-3 0,5-6 16,4 2-16,-1-4 15,2 7-15,1-3 16,-6 4-16,1-3 15,-31 14-15</inkml:trace>
  <inkml:trace contextRef="#ctx0" brushRef="#br0" timeOffset="196030.87">3014 12070 0,'0'0'0,"0"0"0,0 0 0,1 6 16,-1 6-16,0 4 16,0-16-16,2 22 15,-4 4-15,1 7 16,1 0-16,-3-3 16,3-1-16,-3-1 0,3-28 15,-6 27 1,3-4-16,3-23 0,0 24 15,0-24-15,2 19 16,-2-19-16,4 14 16,-3-11-16,-1-3 15,-4-8-15,3-8 16,-2-6-16,1-8 16,1 2-16,1 2 15,0 2-15,-2 0 0,4-1 16,-1 2-16,-1 23 15,5-25-15,3-2 16,4 2-16,-12 25 16,12-21-16,2 3 15,-14 18-15,19-13 16,-2 7-16,-17 6 16,22 0-16,-3 8 15,2 9-15,1 5 16,-4 0-16,-6 2 15,0 2-15,-2 2 0,-4-3 16,0 3-16,-1 2 16,-2-2-16,-3-28 15,3 28-15,-3-28 16,0 26-16,0-26 16,-1 23-16,1-23 15,-5 14-15,-2-9 16,-2-13-16,1-7 15,1-7-15,-1-2 16,4-1-16,4-2 0,1-3 16,4 1-16,-5 29 15,7-28-15,2 0 16,7-3-16,7 5 16,-6 1-16,-17 25 15,20-22-15,-1 7 16,3 8-16,-22 7 15,19-3-15,-2 7 16,-1 8-16,0 3 16,0 4-16,-5 5 0,1 0 15,-3-3-15,-1 6 16,-2 3-16,0-2 16,2 1-16,-3 0 15,-2 1-15,-3-30 16,1 28-16,1 3 15,-2 1-15,0-32 16,0 28-16,0-28 16,0 28-16,0-28 15,-6 25-15,3-9 16,0-13-16,0-12 16</inkml:trace>
  <inkml:trace contextRef="#ctx0" brushRef="#br0" timeOffset="196437.12">3763 12018 0,'0'0'0,"0"0"0,0 0 0,3 0 0,-3 0 15,3 1-15,4 4 16,-4 7-16,0 4 16,1 3-16,-3 8 15,-5-2-15,0 3 16,4 1-16,-5 1 16,0-2-16,5 2 15,0-2-15,0-1 16,0-27-16,3 27 15,-6 2-15,3-29 0,-2 29 16,1-5-16,1-24 16,-5 25-16,5-25 15,-4 21-15,4-21 16,-1 15-16,-2-10 16</inkml:trace>
  <inkml:trace contextRef="#ctx0" brushRef="#br0" timeOffset="196796.54">4055 12224 0,'0'0'0,"0"0"0,0 0 0,3-2 15,-3 2-15,6-1 16,4 1-16,-10 0 16,16 0-16,0 0 15,4-3-15,-1 0 0,-19 3 16,22-4-16,-5 1 16,-17 3-16,24-3 15,-24 3-15,19 0 16,-19 0-16,22 0 15,-22 0-15,15 0 16,-15 0-16,12 0 16,-12 0-16,6 5 15,-6-5-15,0 4 16,-4 5-16,-7-2 0,-1-8 16,-4 0-16</inkml:trace>
  <inkml:trace contextRef="#ctx0" brushRef="#br0" timeOffset="197171.53">3999 12419 0,'0'0'0,"0"0"0,0 0 0,0 0 0,4 1 16,-4-1-16,7-2 15,6 0-15,8 1 16,2-3-16,0 3 16,6 1-16,-4-3 15,-25 3-15,31-2 16,1-1-16,1-2 15,-33 5-15,32-3 0,-5 2 16,-27 1-16,27-2 16,-27 2-16,20 2 15,-10 3-15,-7 4 16</inkml:trace>
  <inkml:trace contextRef="#ctx0" brushRef="#br0" timeOffset="-186489.7">5043 12005 0,'0'0'0,"0"0"0,-2-1 16,2 1-16,-1-7 15,1 7-15,-6-7 16,6 7-16,-3-11 16,-2 0-16,5 11 15,-5-13-15,5 13 16,-7-6-16,-7-2 0,-5 6 15,19 2-15,-21-4 16,-2 2-16,3 0 16,20 2-16,-23-1 15,3 2-15,20-1 16,-22 10-16,2 2 16,0 4-16,20-16 15,-21 21-15,7 0 16,14-21-16,-13 22 15,13-22-15,-13 23 0,7 1 16,6-24-16,1 26 16,-1-26-16,3 20 15,-3-20-15,12 19 16,5-3-16,-17-16 16,26 9-16,0-2 15,-26-7-15,31 10 16,-3-6-16,-3 2 15,-4 5-15,-21-11 16,20 6-16,-3 4 16,3 5-16,-5 3 0,-15-18 15,10 18-15,-1 3 16,-8 1-16,1-1 16,-2-21-16,-5 20 15,-1 0-15,6-20 16,-12 19-16,-3-1 15,15-18-15,-16 16 16,-1-11-16,-1-4 16,18-1-16,-14-7 15,-3-7-15,3-7 0,1-4 16,2 1-16,11 24 16,-5-24-16,0 1 15,5 23-15,4-25 16,2-1-16,10-1 15,0 3-15,4-1 16,3 3-16,-3-3 16</inkml:trace>
  <inkml:trace contextRef="#ctx0" brushRef="#br0" timeOffset="-184505.35">5302 11933 0,'0'0'0,"0"0"0,0 0 0,0 0 16,0 0-16,0 0 15,0 0-15,3 0 16,-3 0-16,3 2 15,0 6-15,-3-8 0,0 12 16,1-1-16,-1-11 16,4 14-16,-4-14 15,3 12-15,-3-12 16,2 8-16,-2-8 16,4 3-16,-4-3 15,3-1-15,0-8 16,-3 9-16,1-14 15,-1 14-15,2-18 16,1-5-16,-3 23 16,4-24-16,-4 24 15,6-20-15,-6 20 0,4-18 16,-4 18-16,3-18 16,-3 18-16,1-10 15,-1 10-15,2-5 16,-2 5-16,4 1 15,2 5-15,-6-6 16,14 7-16,-1 3 16,5 2-16,-1-3 15,-17-9-15,22 4 16,-2 0-16,-20-4 0,25-2 16,1-1-16,3-1 15,-29 4-15,29-5 16,-6-1-1,-23 6-15,20-8 0,-20 8 16,19-10-16,-19 10 16,14-8-16,-14 8 15,10-9-15,-10 9 16,5-10-16,-5 10 16,0-8-16,0 8 0,-2-5 15,2 5-15,-1-1 16,1 1-16,-3 0 15,3 0-15,-2 6 16,-1 10-16,3-16 16,-3 17-16,-2 5 15,5-22-15,-6 25 16,2 0-16,-6 1 16,4 0-16,-1 2 0,-1-3 15,5 3-15,5-3 16,-7 0-16,0-2 15,-1-1-15,6-22 16,-7 20-16,0 2 16,7-22-16,-6 27 15,6-27-15,-8 28 16,8-28-16,-8 26 16,8-26-16,-7 26 15,7-26-15,-5 25 16,5-25-16,-3 18 0,3-18 15,-4 17-15,4-17 16,-4 13-16,4-13 16,-3 9-16,3-9 15,-3 4-15,3-4 16,-4 5-16,4-5 16,-3 0-16,3 0 15,0 0-15,0 0 16,0 0-16,0 0 15,0 0-15,0 0 16,3 0-16,-3 0 0,1-2 16,-1 2-16,6-1 15</inkml:trace>
  <inkml:trace contextRef="#ctx0" brushRef="#br0" timeOffset="-182520.54">6281 11904 0,'0'0'0,"0"0"0,-1-5 0,-1-6 16,2 11-16,-6-12 0,-4-2 16,10 14-1,-13-16-15,-4 2 0,-6 5 16,-2 0-16,-3 0 15,3 1-15,0 6 16,2 0-16,-1 2 16,-4 7-16,2 3 15,6 2-15,-2 2 16,-2 3-16,4-1 16,20-16-16,-17 18 15,1 1-15,2 1 0,14-20 16,-15 21-16,15-21 15,-6 21-15,4 0 16,2-21-16,7 15 16,8-1-16,-15-14 15,22 11-15,4-3 16,5-6-16,-5 1 16,-26-3-16,29 1 15,0 4-15,-29-5 16,29 6-16,-1 5 0,1 2 15,-4 5-15,-25-18 16,15 18-16,-1 4 16,-5 4-16,-5-1 15,-3 0-15,-1-25 16,-9 23-16,-3 0 16,12-23-16,-18 19 15,-5 0-15,-4-5 16,27-14-16,-26 10 15,0-9-15,4-12 0,22 11 16,-22-15-16,8-6 16,7-9-16,7-1 15,9-2-15,2-5 16,9 0-16,2 0 16,10 5-16,-3 0 15,7-1-15,-4 5 16,0 5-16,-2 0 15,6 1-15</inkml:trace>
  <inkml:trace contextRef="#ctx0" brushRef="#br0" timeOffset="-181723.66">6643 11830 0,'0'0'0,"0"0"0,4-5 0,-3-6 15,1-5-15,-2 16 16,-3-16-16,-3 1 0,-5 0 16,11 15-16,-15-16 15,15 16-15,-14-10 16,-5 2-16,-3 7 15,22 1-15,-17 4 16,1 11-16,-1 5 16,4 3-16,4-1 15,9-22-15,-10 22 16,5 3-16,5-25 16,5 24-16,-4-6 15,-1-18-15,7 16 16,3-3-16,1-10 0,5-4 15,-16 1-15,17-5 16,2-6-16,1-5 16,-20 16-16,17-15 15,0-4-15,-17 19 16,17-21-16,-17 21 16,11-18-16,-11 18 15,9-13-15,-9 13 16,6-11-16,-6 11 0,5-3 15,-5 3-15,4 3 16,0 7-16,-2 7 16,1 7-16,2 4 15,-7-2-15,4 4 16,1 4-16,-1 1 16,0 2-16,-2 5 15,-2-2-15,2 0 16,-5 1-16,2-2 15,0 0-15,3-39 0,-10 38 16,3-3-16,-2-4 16,9-31-16,-9 28 15,9-28-15,-8 20 16,-5-11-16</inkml:trace>
  <inkml:trace contextRef="#ctx0" brushRef="#br0" timeOffset="-137136.96">7022 12058 0,'0'0'0,"0"0"0,0 0 0,0 1 16,0-1-16,-3 3 31,0 7-31,3-10 0,-11 14 0</inkml:trace>
  <inkml:trace contextRef="#ctx0" brushRef="#br0" timeOffset="-136324.47">7228 11928 0,'0'0'0,"0"0"0,0 0 0,0 6 0,0-6 16,0 7-16,0-7 15,2 6-15,-2-2 16,0-4-16,-2-5 15,1-3-15,-6-8 16,7 16-16,-5-18 16,5 18-16,-6-22 15,1 0-15,0-5 16,5 27-16,-5-25 16,5 25-16,-5-17 15,5 17-15,-2-14 16,2 14-16,-2-9 0,2 9 15,4-1-15,-4 1 16,9 5-16,-9-5 16,12 8-16,2 4 15,4 0-15,1-4 16,0 0-16,-1-9 16,0 0-16,-18 1 15,17-3-15,3-6 16,2-4-16,-22 13 15,23-13-15,-23 13 0,20-13 16,-20 13 0,23-13-16,-23 13 0,15-10 15,-15 10-15,11-2 16,-2 2-16,-9 0 16,0 13-16,-3 4 15,-4 12-15,0 0 16,2-1-16,3 7 15,-2 0-15,-2 2 0,-1 5 16,4 1-16,0 1 16,0-3-16,-1-4 15,4-37-15,2 39 16,0-9-16</inkml:trace>
  <inkml:trace contextRef="#ctx0" brushRef="#br0" timeOffset="-130667.36">7955 12038 0,'0'0'0,"0"0"0,0 0 0,-5-2 15,5 2-15,-9-10 16,9 10-16,-12-11 15,12 11-15,-9-13 16,9 13-16,-8-12 16,5 4-16,6-1 15,11-2-15,4 2 16,11 2-16,6-2 16,5 0-16,5 2 0,-1 4 15,-3-5-15,-4-2 16</inkml:trace>
  <inkml:trace contextRef="#ctx0" brushRef="#br0" timeOffset="-129698.23">9095 11687 0,'0'0'0,"0"0"0,0 0 0,5-2 0,-5 2 0,4-5 15,-4 5-15,4-4 16,-4 4-16,2-9 16,-2 9-16,-4-9 15,4 9-15,-13-9 16,13 9-16,-14-8 15,14 8-15,-17-11 0,0 0 16,17 11-16,-17-11 16,17 11-16,-14-10 15,14 10-15,-12-9 16,-7 4-16,-2 6 16,-3 7-16,24-8 15,-30 7-15,2 8 16,-2 5-16,5 2 15,25-22-15,-19 21 16,4 1-16,6-1 16,9-21-16,-1 22 0,8-5 15,-7-17-15,17 16 16,4-1 0,9-6-16,0-3 0,2 4 15,-6-3-15,8 0 16,-7 2-16,5-1 15,-3 0-15,2 5 16,-31-13-16,25 16 16,-2 1-16,-7 5 15,-6-1-15,-7 3 0,-6-3 16,-11 0-16,-6-7 16,-4-1-16,-4-3 15,-3-5-15,-1-5 16,4-4-16,28 4 15,-29-10-15,9-7 16,11-10-16,4-2 16,8 1-16,4 1 15,9-4-15,3 6 16,7 1-16,2 0 16,-2-2-16</inkml:trace>
  <inkml:trace contextRef="#ctx0" brushRef="#br0" timeOffset="-129323.23">7855 12229 0,'0'0'0,"0"0"0,0 0 0,-3 0 0,3-6 15,0 6-15,3-7 0,7-2 16,16-6-16,9-2 16,5 2-16,11-1 15,2 2-15,3-1 16,1 0-16,4-5 16</inkml:trace>
  <inkml:trace contextRef="#ctx0" brushRef="#br0" timeOffset="-127666.18">9340 11609 0,'0'0'0,"0"0"0,3-4 0,-3 4 16,6-12-16,-6 12 0,9-11 15,-9 11-15,14-9 16,-14 9-16,16-1 15,-16 1-15,17 6 16,-17-6-16,13 11 16,-13-11-16,9 16 15,-9-16-15,5 13 16,-5-13-16,2 8 16,-2-8-16,-2-3 0,1-3 15,-2-12-15,3 18 16,-5-19-16,5 19 15,-5-19-15,5 19 16,-3-16-16,3 16 16,-2-12-16,2 12 15,-2-7-15,4 6 16,5 6-16,-7-5 16,8 12-16,-8-12 15,13 8-15,6 0 16,-19-8-16,22 7 0,4-5 15,1-6-15,-27 4 16,27-2-16,-4-2 16,-23 4-16,24-4 15,-24 4-15,16-7 16,-16 7-16,11-7 16,-4 1-16,-7 6 15,8 0-15,-8 3 16,-2 11-16,0 5 0,0 5 15,2 2-15,-3 6 16,0-3-16,-7 6 16,6 5-16,-1-2 15,0 0-15,1-3 16,-3-4-16,-1 0 16,-2-1-16,4-2 15,-7-9-15,6-11 16</inkml:trace>
  <inkml:trace contextRef="#ctx0" brushRef="#br0" timeOffset="-127056.8">10079 11585 0,'0'0'0,"0"0"0,3-7 15,5-2-15,-8 9 0,9-16 16,-9 16-16,6-18 16,-6 18-16,1-14 15,-10 0-15,-12 4 16,-3 10-16,-3 3 15,-1 5-15,4 5 16,7 3-16,17-16 16,-14 18-16,-2 5 15,6 2-15,10-25 0,-5 25 16,5-5-16,0-20 16,8 17-16,8-5 15,-16-12-15,22 1 16,5-8-16,2-7 15,-4-2-15,-1-2 16,-24 18-16,21-18 16,0 0-16,-21 18 15,16-17-15,-16 17 16,17-10-16,-5 5 16,-4 9-16,-5 8 0,-1 6 15,-5 8-15,-2 3 16,0 8-16,-2 3 15,2 0-15,3-1 16,-3 2-16,1-2 16,4-39-16,-5 39 15,0-4-15,5-35 16,0 39-16,0-16 16,7-17-16</inkml:trace>
  <inkml:trace contextRef="#ctx0" brushRef="#br0" timeOffset="-126697.39">10555 11543 0,'0'0'0,"0"0"0,0 0 0,2 0 0,-2 0 16,2-1-16,-6 9 15,-5 10-15,-1 6 0,-4 2 16,-3 4 0,5 5-16,6-1 0,6-34 15,-4 29-15,9 1 16,5-5-16,7-9 16,-17-16-16,22 9 15,5-9-15,7-10 16,1-12-16,-6-2 15,-4-7-15,-7-5 16,-11 0-16,-4 1 16,-8 1-16,-13 4 0,-14 9 15,-16 9-15,-25 14 16</inkml:trace>
  <inkml:trace contextRef="#ctx0" brushRef="#br0" timeOffset="-62030.08">2000 13616 0,'0'0'0,"0"0"0,0 2 0,0-2 0,-3 9 15,0 5-15,3-14 16,-2 24-16,-1 2 16,3 12-16,0-2 15,-1-1-15,-3 1 16,0 4-16,-1-7 16,4-2-16,1-31 15,-3 28-15,3-28 0,-3 23 16,3-6-16,0-13 15,-3-15-15</inkml:trace>
  <inkml:trace contextRef="#ctx0" brushRef="#br0" timeOffset="-61764.46">1936 13589 0,'0'0'0,"0"0"0,6-3 0,-6 3 16,17-7-16,5-2 15,17-2-15,4-2 16,1 3-16,-1-3 16,-1 4-16,-7 2 15,-35 7-15,30-2 16,-30 2-16,22 1 15,-9 3-15,-13-4 16,-1 2-16</inkml:trace>
  <inkml:trace contextRef="#ctx0" brushRef="#br0" timeOffset="-61576.96">1884 13790 0,'0'0'0,"9"0"0,11-3 0,6-3 0,9-2 15,7 0 1,5-5-16,-3 2 0,-2-2 16,-42 13-16</inkml:trace>
  <inkml:trace contextRef="#ctx0" brushRef="#br0" timeOffset="-60764.42">2369 13707 0,'0'0'0,"0"0"0,-2 7 0,2-7 0,-3 9 16,2 3-16,1-12 15,-9 20 1,2 4-16,0 4 0,7-28 16,-8 29-16,0 1 15,8-30-15,4 27 16,0-4-16,-4-23 16,12 23-16,5-9 15,-17-14-15,28 3 16,-3-5-16,5-12 0,-7-3 15,-4-4-15,-6-1 16,4-2-16,-11-2 16,-2 0-16,-4 26 15,0-26-15,-6 0 16,-9 0-16,0 7 16,-5 3-16,-5 4 15,5 10-15,20 2 16,-20 2-16,-2 2 0,22-4 15,-19 12-15,5 4 16,11 2-16,3-18 16,0 22-16,10-2 15,10-2-15,5-9 16,4-3-16,1-3 16,2-3-16,0-5 15,-3-1-15,0-3 16,-29 9-16,30-10 15,-3-5-15,-27 15 16,25-15-16,-25 15 0,19-14 16,-19 14-16,9-12 15,-9 12-15,5-10 16,-5 10-16,-5-4 16,5 4-16,-8 0 15,3 4-15,5-4 16,-3 11-16,8 5 15,6 0-15,-11-16 16,11 22-16,1 0 16,-5 3-16,0 2 15,-7-27-15,6 25 16,0 1-16,-6-26 0,13 24 16,-13-24-16,13 23 15,3-3-15,-16-20 16,23 18-16,6-13 15,1-10-15,2-13 16</inkml:trace>
  <inkml:trace contextRef="#ctx0" brushRef="#br0" timeOffset="-59858.2">3254 13746 0,'0'0'0,"0"0"0,0 0 16,4 0-16,-4 0 0,4-2 15,-4 2-15,8 2 16,-2 0-16,-6-2 15,9 10-15,-6 8 16,-3 6-16,2 2 16,1 0-16,0 2 15,-3-3-15,8-4 16,-8-21-16,5 18 16,-5-18-16,5 19 15,-5-19-15,5 13 16,-2-10-16,-3-7 0,1-9 15,1-5-15,-1-2 16,2-2-16,1 2 16,2 0-16,4-1 15,-10 21-15,15-21 16,0 5-16,2 1 16,-17 15-16,20-11 15,-4 9-15,2 4 16,-6 8-16,2 5 15,-2 3-15,-1 6 16,3-1-16,-3 2 0,-1-2 16,-2 0-16,-8-23 15,5 21-15,-5-21 16,5 18-16,-5-18 16,8 16-16,-8-16 15,8 6-15,2-10 16,-1-12-16,-9 16 15,11-22-15,1-7 16,2-2-16,2-3 16,0 3-16,0 5 0,0 5 15,-16 21-15,17-21 16,-17 21-16,16-15 16,-3 5-16,4 10 15,-8 7-15,-3 11 16,2 1-16,-6 6 15,-2 6-15,0-31 16,0 28-16,0 2 16,0-30-16,3 32 0,-3-32 15,3 29 1,-3-29-16,4 21 0,-4-21 16,6 14-16,-6-14 15,6 9-15,4-11 16,0-8-16,-1-4 15,-9 14-15,8-20 16,-2-1-16,0-7 16,-2 0-16</inkml:trace>
  <inkml:trace contextRef="#ctx0" brushRef="#br0" timeOffset="-59061.29">2943 13618 0,'0'0'0,"0"0"0,4 5 0,-1 9 16,0 8-16,3 3 0,-2 1 15,-2 3-15,-4-1 16,2 1-16,0 2 16,0-31-16,-3 30 15,3-30-15,0 26 16,-1-5-16,1-14 16,-2-13-16,4-8 15</inkml:trace>
  <inkml:trace contextRef="#ctx0" brushRef="#br0" timeOffset="-58701.94">3096 13375 0,'0'0'0,"0"0"0,0 0 16,0 0-16,0 0 15,-4 0-15,4 0 16,-9 4-16,9-4 16,-7 8-16,7-8 0,-6 13 15,3 2-15,3-15 16,6 19-16,0 1 16,8-1-16,2 3 15,-16-22-15,12 21 16,5-2-16,-17-19 15,15 20-15,-7-1 16,-9 0-16,1-19 16,-9 13-16,-5-4 15,-10-3-15,4-11 16,3-6-16,7-7 16,3-1-16</inkml:trace>
  <inkml:trace contextRef="#ctx0" brushRef="#br0" timeOffset="-58498.82">3322 13293 0,'0'0'0,"0"0"0,0 0 0,3-2 16,1 6-16,0 9 15,-1 3-15,-4 3 0,1 4 16,-5 2-16,3 0 15,-4 0-15,6-25 16,-6 24-16,-3-9 16,9-15-16</inkml:trace>
  <inkml:trace contextRef="#ctx0" brushRef="#br0" timeOffset="-58326.91">3325 13363 0,'0'0'0,"0"0"0,10-4 0,14-7 0,10 1 0,5 0 15,8-2-15,7 3 16,4-4-16</inkml:trace>
  <inkml:trace contextRef="#ctx0" brushRef="#br0" timeOffset="-56889.02">4052 13763 0,'0'0'0,"0"0"0,0 0 0,3-5 16,-3 5-16,1-5 15,-1 5-15,0-7 16,-1 4-16,1 3 15,-10 3-15,-2 6 16,-3 9-16,0 4 16,-4-1-16,5 4 15,14-25-15,-15 25 16,8-2-16,7-23 16,-1 26-16,4-3 15,5-8-15,-8-15 0,13 13 16,6-7-16,-19-6 15,20-6-15,5-5 16,1-8-16,0-6 16,-10 0-16,-16 25 15,10-25-15,-6 0 16,-8 4-16,4 21 16,-13-14-16,0 3 15,-4 7-15,17 4 16,-18 3-16,-2 8 0,6 3 15,14-14-15,-12 17 16,10-1-16,11-2 16,7-4-16,3-4 15,-19-6-15,27-1 16,4-6-16,7-5 16,-1-2-16,-5-2 15,-2 0-15,-30 16 16,27-18-16,-6 2 15,-21 16-15,23-12 16,-4 6-16,-19 6 0,13 5 16,-7 7-16,-5 12 15,-1 4-15,0-1 16,2 2-16,-2-1 16,1-5-16,-1-23 15,6 19-15,-6-19 16,4 16-16,5-8 15,6-8-15,0-6 16,4-7-16,0-11 16,4-5-16,-3-1 15,-1-2-15,2 6 0,-21 26 16,21-22-16,-5 3 16,-16 19-16,18-18 15,-18 18-15,12-4 16,4 7-16,-3 10 15,-13-13-15,14 20 16,-1 0-16,-13-20 16,14 22-16,3-4 15,-17-18-15,21 16 16,0-9-16,11-6 0,-5-10 16,-5-4-16,-1-5 15,0-6-15,-4-3 16,1-3-16,0-3 15,1 1-15,-7 1 16,-2-1-16,-10 32 16,13-29-16,-13 29 15,6-24-15,-6 24 16,3-23-16,-3 23 0,2-17 16,-5 12-16,-2 11 15,5-6-15,-9 16 16,-2 8-16,0 12 15,1 0-15,5-3 16,3-3-16,1 2 16,6-8-16,-5-24 15,6 25-15,0-3 16,7 0-16,6-6 16,1-4-16,0-3 15,5-8-15,-2-8 0,-1-2 16,-2-10-1,-4-10-15</inkml:trace>
  <inkml:trace contextRef="#ctx0" brushRef="#br0" timeOffset="-56154.63">4929 13631 0,'0'0'0,"0"0"0,4-4 0,13-5 0,8-4 0,4 2 16,11-3-16,1 0 15,0-3-15,-1 1 16,-1-6 0,-6 1-16,0-7 0,-6 3 15,-5-3-15,-22 28 16,20-28-16,-6-2 15,-14 30-15,6-29 16,-6 4-16,0 25 16,-9-23-16,-8 6 15,17 17-15,-18-7 0,-2 8 16,-4 9-16,7 8 16,3 6-16,2 5 15,-2 3-15,4 1 16,2 6-16,3-4 15,-2 2-15,1 2 16,3 0-16,1-4 16,0-3-16,0-3 15,1-3-15,1-26 16,-2 24-16,2-24 0,0 17 16,0-17-16,0 10 15,0-10-15,2 6 16,-1-10-16,6-7 15,-7 11-15,9-18 16,3-3-16,1-3 16,-13 24-16,17-20 15,3 4-15,8 6 16,-28 10-16,26-6 16,0 7-16,-26-1 0,27 9 15,-2 5-15,-3 9 16,-5 0-16,-7 2 15,-1 2-15,-9-27 16,8 30-16,-3-4 16,-5-26-16,6 29 15,-2-5-15,-4-24 16,10 24-16,2-6 16,-12-18-16,21 16 15,7-7-15,11-7 16,1-4-16,1-3 0</inkml:trace>
  <inkml:trace contextRef="#ctx0" brushRef="#br0" timeOffset="-53200.3">1754 14491 0,'0'0'0,"0"0"0,0 0 0,-3-2 0,3 2 15,-6-4 1,6 4-16,-7-6 0,7 6 16,-1-7-16,5-2 0,9 2 15,-13 7-15,18-5 16,7-3-16,9-1 16,9 1-16,-2 0 15,3 1-15,1-3 16,0 4-16,-5 2 15,-2 1-15,-3-1 16,-35 4-16,30-1 16,-30 1-16,25 1 15,-25-1-15,18 2 16,-10 3-16,-14-2 16</inkml:trace>
  <inkml:trace contextRef="#ctx0" brushRef="#br0" timeOffset="-52934.71">2006 14485 0,'0'0'0,"0"0"0,0 0 0,1 1 16,-1 6-16,0-7 15,-1 13-15,-2 6 16,-5 8-16,2 1 15,0 2-15,-3-2 0,-1 3 16,4 2-16,-4-2 16,4-2-16,6-29 15,-6 28-15,3-1 16,3-5-16,0-22 16,-6 18-16,-2-13 15</inkml:trace>
  <inkml:trace contextRef="#ctx0" brushRef="#br0" timeOffset="-52700.34">1699 14890 0,'0'0'16,"0"0"-16,0 0 0,0 1 0,3 3 15,-3-4-15,11 1 16,7-1-16,11-5 15,3 3-15,4-6 16,5-1-16,3 2 16,-6-3-16,0 1 15,-3 2-15,-6 0 0,0 1 16,-29 6-16,25-6 16,-6-4-16</inkml:trace>
  <inkml:trace contextRef="#ctx0" brushRef="#br0" timeOffset="-51324.92">2224 14725 0,'0'0'0,"0"0"0,0 0 0,3-3 16,-3 3-16,8-3 15,-8 3-15,11-1 0,3 3 16,-14-2-16,17 10 15,-3 7-15,-14-17 16,11 23-16,-8 1 16,-3-24-16,1 25 15,-1-25-15,-1 22 16,1-22-16,-2 14 16,2-14-16,-3 8 15,2-6-15,1-2 16,-1-8-16,-1-10 15,5-9-15,0-1 0,7-1 16,-1 3-16,-9 26 16,14-24-16,-2 6 15,-12 18-15,14-16 16,1 3-16,-15 13 16,20-5-16,-5 7 15,-1 9-15,-2 6 16,-2 2-16,-2 5 15,-2 1-15,1 0 16,1-2-16,-8-23 0,10 23 16,0-2-16,-10-21 15,12 15-15,-12-15 16,17 8-16,0-7 16,2-12-16,0-8 15,0-4-15,-7-4 16,-1-2-16,-4-1 15,3-2-15,-4 0 16,0 1-16,1-2 16,-7 33-16,3-29 0,-3 29 15,4-24-15,-4 24 16,0-23-16,0 23 16,0-17-16,0 10 15,0 7-15,1 0 16,-2 12-16,1 11 15,0 4-15,-4 4 16,1 1-16,-1 1 16,2-2-16,-1 2 15,5-3-15,-2-2 16,0-28-16,-2 27 0,2-27 16,2 25-16,-2-25 15,7 20-15,-7-20 16,7 17-16,5-9 15,5-7-15,3-10 16,-1-5-16,0-5 16,0-5-16,-2-2 15,-7-4-15,2 0 16</inkml:trace>
  <inkml:trace contextRef="#ctx0" brushRef="#br0" timeOffset="-51153.05">2562 14611 0,'0'0'0,"0"0"0,9-3 15,17-8-15,9-3 16,10-4-16,7-3 0,4-1 15,2-5-15</inkml:trace>
  <inkml:trace contextRef="#ctx0" brushRef="#br0" timeOffset="-49762.38">3288 14620 0,'0'0'0,"0"0"0,2 3 0,-2 8 0,3 3 0,-3 4 16,1 6-16,1 5 15,1 4-15,-2 1 16,1 5-16,-1 2 15,2 1-15,0 7 16,-2 1-16,8 0 16,-6 1-16,-3-4 15,0 0-15,-3-6 16,0-6-16,3-35 0,-3 30 16,3-30-16,-6 25 15,5-13-15,-2-13 16,2-16-16,1-6 15,-2-10-15</inkml:trace>
  <inkml:trace contextRef="#ctx0" brushRef="#br0" timeOffset="-49434.25">3287 14817 0,'0'0'0,"0"0"0,-2-6 0,1-8 0,1 14 0,0-18 16,0-2-16,4-1 16,-4 21-16,11-23 15,4 8-15,-15 15 16,21-12-16,2 6 16,0 7-16,0 7 15,-23-8-15,15 14 16,-5 6-16,-7 5 15,-13 0-15,1-2 16,-10-2-16,-1-6 16,20-15-16,-23 16 0,-2-5 15,25-11-15,-29 8 16,2-4-16,27-4 16,-19-4-16,6-8 15,13-6-15</inkml:trace>
  <inkml:trace contextRef="#ctx0" brushRef="#br0" timeOffset="-48058.82">3639 14690 0,'0'0'0,"0"0"0,-2-2 0,2 2 0,2-11 0,-2 11 16,-6-12-16,-3-1 16,9 13-16,-20-9 15,-3 5-15,2 6 16,21-2-16,-21 10 16,5 8-16,6 3 15,10-21-15,0 22 0,3 0 16,-3-22-16,11 22 15,4-3-15,-15-19 16,20 14-16,-6-6 16,-14-8-16,19 4 15,-4-8-15,-15 4 16,14-10-16,-5-1 16,-1-5-16,-8 16 15,9-17-15,-9 17 16,6-17-16,-6 17 0,7-19 15,-7 19 1,6-18-16,-6 18 0,3-16 16,-3 16-16,0-10 15,0 4-15,0 6 16,0 2-16,-2 8 16,1 4-16,1 4 15,-3 3-15,3-21 16,1 21-16,2 1 15,-3-22-15,3 26 0,6-4 16,-9-22-16,11 19 16,1-3-16,-12-16 15,14 7-15,3-5 16,4-7-16,-1-6 16,-2-5-16,-18 16 15,13-17-15,3-2 16,-16 19-16,12-21 15,-12 21-15,14-21 16,-14 21-16,10-19 16,-10 19-16,10-16 0,-10 16 15,4-9-15,1 13 16,-5-4-16,7 11 16,0 5-16,3 10 15,-1 0-15,3-4 16,-12-22-16,15 22 15,-2-1-15,-13-21 16,21 15-16,2-6 16,-23-9-16,27 3 15,2-6-15,-29 3 0,36-9 16,-5-1-16,0 0 16,-31 10-16,25-11 15,-6-3-15,-5-2 16,-14 16-16,9-19 15,-6 1-15,-6 0 16,3 18-16,-9-16 16,-9 7-16,18 9 15,-25-6-15,1 6 16,2 6-16,-3 3 16,25-9-16,-19 13 0,5 2 15,5 4-15,9-19 16,3 18-16,3-3 15,-6-15-15,9 15 16,9-4-16,3-10 16,-4-9-16,3-4 15,-1-4-15,-2-3 16,-2-3-16,-2-4 16,-2-5-16,0-6 15,3 0-15,-5-1 16,-2 2-16,4 4 0,-11 32 15,6-32-15,-3 6 16,-3 26-16,5-25 16,-5 25-16,1-18 15,-1 18-15,1-13 16,1 11-16,-2 12 16,-2 12-16,1 2 15,1 9-15,4 1 16,-1 2-16,0 2 15,0-3-15,0 0 0,3 2 16,-2-7-16,2 0 16,5-4-16,-11-26 15,9 24-15,-9-24 16,7 22-16,-7-22 16,6 19-16,0-15 15,-6-15-15</inkml:trace>
  <inkml:trace contextRef="#ctx0" brushRef="#br0" timeOffset="-47840.02">3924 14522 0,'0'0'0,"0"0"0,0 0 0,0 0 0,0 0 15,-2 0-15,1 0 16,1 0-16</inkml:trace>
  <inkml:trace contextRef="#ctx0" brushRef="#br0" timeOffset="-47465.02">4644 14682 0,'0'0'0,"0"0"0,0 0 15,0 0-15,0 0 16,1 0-16,-1 0 16,10-3-16,5 3 0,4 1 15,-19-1-15,20-1 16,4-1-16,-24 2 15,22-3-15,-22 3 16,22-3 0,-22 3-16,17-2 0,-17 2 15,9-3-15,-8 1 16</inkml:trace>
  <inkml:trace contextRef="#ctx0" brushRef="#br0" timeOffset="-47324.39">4586 14800 0,'0'0'0,"0"0"0,1 1 0,11 5 0,10-2 15,4-2-15,10 2 16,1-3-16,2 0 16,-4-3-16</inkml:trace>
  <inkml:trace contextRef="#ctx0" brushRef="#br0" timeOffset="-32133.17">5163 14443 0,'0'0'0,"0"0"0,0 0 0,0 0 16,0 0-16,1 1 15,-1-1-15,2 6 0,-4 4 16,-2 9-16,0 3 16,0 3-16,1 6 15,3 2-15,0 1 16,-3 5-16,-3 1 16,1 0-16,2 1 15,1-6-15,2-35 16,-3 31-16,3-31 15,-1 27-15,1-5 16,0-15-16</inkml:trace>
  <inkml:trace contextRef="#ctx0" brushRef="#br0" timeOffset="-31867.54">5284 14862 0,'0'0'0,"0"0"0,0 0 0,2 5 0,-1 6 16,-2 8-16,1-19 15,-3 23-15,-1 5 16,-3 5-16,-2-2 15,9-31-15,-14 31 16,14-31-16,-14 29 16,3-10-16</inkml:trace>
  <inkml:trace contextRef="#ctx0" brushRef="#br0" timeOffset="-31429.63">5551 14600 0,'0'0'0,"0"0"0,-3 4 0,0 8 0,-2 6 16,2 4-16,0 2 15,1 5-15,-1 0 16,0 0-16,2 0 16,5-2-16,0-5 15,-4-22-15,9 21 16,3-3-16,6-6 16,1-5-16,1-9 15,1-5-15,-1-6 16,-4-4-16,4-6 15,-8 0-15,-4-4 0,1-2 16,-6-2-16,-3 2 16,-3 0-16,-9 7 15,-1 0-15,-2 6 16,15 16-16,-19-14 16,0 4-16,19 10 15,-23-12-15,2 0 16</inkml:trace>
  <inkml:trace contextRef="#ctx0" brushRef="#br0" timeOffset="-31023.39">5896 14522 0,'0'0'0,"0"0"0,0 11 0,0 10 0,-2 5 16,-1 7-16,1-2 16,-2-3-16,4-3 15,0-25-15,0 22 16,0-22-16,3 20 0,-3-20 16,5 18-16,10-9 15,-15-9-15,13 3 16,6-10-16,4-10 15,-1-6-15,-2-2 16,0-3-16,-8 0 16,-4-2-16,1-1 15,-9 31-15,4-33 16,-4 2-16,0 31 16,-7-28-16,-2 8 15,-11 11-15,-3 7 0,-4 7 16,27-5-16,-25 12 15,25-12-15,-20 14 16</inkml:trace>
  <inkml:trace contextRef="#ctx0" brushRef="#br0" timeOffset="-30726.53">6187 14781 0,'0'0'0,"0"0"0,3 8 0,-3-8 0,0 15 16,-3 6-16,0 2 15,3-23-15,-5 30 16,-4-1-16,0 3 15,2-2-15,7-30 16,-12 32-16,12-32 0,-9 25 16,4-10-16,13-16 15,2-12-15</inkml:trace>
  <inkml:trace contextRef="#ctx0" brushRef="#br0" timeOffset="-30289.04">6430 14577 0,'0'0'0,"0"0"0,-2-5 0,2 5 0,-1-3 0,-2 4 15,-3 6-15,1 7 16,-5 5-16,-1 3 15,0 9-15,-1 2 16,-1 2-16,6 2 16,5-2-16,2-6 15,0-29-15,1 27 16,13-2-16,-14-25 0,18 20 16,6-8-16,-24-12 15,30 6-15,2-10 16,0-10-16,-3-7 15,-6-1 1,-5-5-16,-4-2 0,-5-3 16,-7 2-16,-2 30 15,2-31-15,-6 1 16,-8 2-16,-1 6 16,-4 5-16,17 17 0,-22-13 15,-4 11-15,-4 6 16,3 2-16,27-6 15</inkml:trace>
  <inkml:trace contextRef="#ctx0" brushRef="#br0" timeOffset="-29757.75">6834 14569 0,'0'0'0,"0"0"0,0 0 0,0 4 16,-6 7-16,6-11 15,-10 14-15,-2 7 16,-4 5-16,2 1 15,5-1-15,5 1 0,2-2 16,4-1-16,2 0 16,5 1-16,-9-25 15,11 21-15,4 0 16,6-5-16,0-6 16,-21-10-16,26 5 15,-2-5-15,2-4 16,0-4-16,-26 8 15,21-11-15,0-5 16,-1-4-16,-6-3 0,-6-1 16,-8 24-16,5-26 15,0-2-15,-6-2 16,-10 1-16,11 29 16,-12-25-16,-10 4 15,-8 3-15,1 5 16,-3 8-16,32 5 15,-29 0-15,29 0 16,-27 5-16</inkml:trace>
  <inkml:trace contextRef="#ctx0" brushRef="#br0" timeOffset="-28726.5">7279 14668 0,'0'0'0,"0"0"0,0 0 0,-1-1 0,1 1 15,-3-5-15,3 5 16,-3-4-16,-1 0 16,4 4-16,-9-2 0,9 2 15,-9 0-15,-2 7 16,11-7-16,-12 11 15,-4 2-15,16-13 16,-16 18-16,3 1 16,13-19-16,-12 25 15,3-2-15,9-23 16,-9 27-16,5-3 16,8-2-16,-1-3 15,-3-19-15,10 13 16,3-2-16,-13-11 0,20 7 15,-1-1-15,8-7 16,-27 1-16,25-3 16,2-1-16,-27 4 15,29-12-15,-1-4 16,-4-1-16,-5-2 16,-3-2-16,-16 21 15,9-24-15,-4 1 16,-9-3-16,-4 2 15,-6 4-15,-6 7 16,-2-1-16,-5 7 0,1 5 16,26 2-16,-27-2 15,3-3-15</inkml:trace>
  <inkml:trace contextRef="#ctx0" brushRef="#br0" timeOffset="-28289">7748 14558 0,'0'0'0,"0"0"0,2 1 0,-2-1 0,9 6 16,1 2-16,5 7 16,-2 4-16,3 1 15,7-1-15,1 0 16,0 0-16,-6 4 15,6-6-15,-24-17 16,23 23-16,-2 0 16,-21-23-16,28 24 15,-28-24-15,20 23 16,-20-23-16,19 19 16,-19-19-16,11 11 0,-8-11 15,-3 0-15,-2-15 16,-4-8-16,-6-9 15</inkml:trace>
  <inkml:trace contextRef="#ctx0" brushRef="#br0" timeOffset="-28054.65">7950 14571 0,'0'0'0,"0"0"0,0 0 0,0 0 16,-3 2-16,-6 4 15,9-6-15,-9 11 16,-4 8-16,-5 6 16,-2 8-16,-3 0 15,-1 0-15,-4 3 16,3 2-16,0 2 16,25-40-16</inkml:trace>
  <inkml:trace contextRef="#ctx0" brushRef="#br0" timeOffset="-14895.93">8426 14465 0,'0'0'0,"0"0"0,0 0 0,0 2 0,-5 4 0,5-6 16,-8 10-16,-4 1 16,-6 3-16,0 3 15,18-17-15,-17 19 16,1 2-16,-1 8 15,4-3-15,2 0 16,4 2-16,7-28 16,-3 27-16,5 1 0,3 3 15,-5-31-15,10 27 16,6-5-16,-16-22 16,19 16-16,5-9 15,0-12-15,-2-5 16,1-6-16,-6-4 15,2-3-15,-7-3 16,-2-2-16,-1-1 16,-8-5-16,-6 4 15,5 30-15,-6-31 16,-3 3-16,-4 3 0,13 25 16,-18-18-16,-3 9 15,-2 6-15,2 10 16,21-7-16,-19 13 15</inkml:trace>
  <inkml:trace contextRef="#ctx0" brushRef="#br0" timeOffset="-12911.2">8734 14694 0,'0'0'0,"0"0"0,0 0 15,0 1-15,0-1 16,0 3-16,0-3 15,2 2-15</inkml:trace>
  <inkml:trace contextRef="#ctx0" brushRef="#br0" timeOffset="-12395.53">8988 14479 0,'0'0'0,"0"0"0,0 0 0,1 0 0,0 4 16,-4 6-16,-4 4 15,-2 6-15,-1 1 16,1 3-16,-1 2 16,7 5-16,1 1 15,2-32-15,0 33 0,2 1 16,-2-34-16,6 34 16,-6-34-16,12 27 15,0-12-15,12-7 16,-24-8-16,23-6 15,-1-9-15,0-10 16,1 0-16,-7-4 16,-3-1-16,-7-2 15,-2 1-15,-4 1 16,-4 2-16,4 28 0,-6-25 16,-6 4-16,-5 7 15,17 14-15,-20-8 16,0 6-16,20 2 15,-22 4-15,22-4 16,-15 8-16</inkml:trace>
  <inkml:trace contextRef="#ctx0" brushRef="#br0" timeOffset="-11833.06">9432 14414 0,'0'0'0,"0"0"0,0 0 0,1 0 16,-1 0-16,1-2 15,-1 2-15,2 4 16,-6 5-16,4-9 16,-8 13-16,1 5 15,7-18-15,-10 26 16,4 2-16,3 6 16,0 4-16,1-6 15,5 2-15,0-3 16,4-3-16,-7-28 15,11 23-15,-11-23 0,10 19 16,1-4-16,-11-15 16,19 5-16,0-8 15,1-9-15,-1-7 16,3-4-16,-5-5 16,3 0-16,-3-3 15,-4-4-15,-3 2 16,-3-1-16,0 2 15,-6 0-15,-1 32 16,-1-27-16,-7 2 16,8 25-16,-17-19 0,17 19 15,-24-11-15,-5 7 16,29 4-16,-29 2 16</inkml:trace>
  <inkml:trace contextRef="#ctx0" brushRef="#br0" timeOffset="-11161.19">10100 14331 0,'0'0'0,"0"0"0,7-4 0,-3-6 15,-4 10-15,0-16 16,-1-3-16,1 19 0,-8-21 16,-12 2-16,20 19 15,-25-15-15,-4 6 16,-2 5-16,31 4 15,-28 2-15,2 8 16,3 5-16,5 5 16,2 2-16,3 0 15,5 0-15,5 0 16,5-2-16,-2-20 16,7 24-16,4-5 15,6 0-15,-17-19 0,23 17 16,2-4-16,-25-13 15,35 11-15,-2 0 16,0 1-16,-33-12 16,30 12-16,-30-12 15,27 15-15,-14 5 16,-13-20-16,5 23 16,-12 1-16,-9-1 15,-9-3-15,25-20 16,-30 14-16,-1-9 15,31-5-15,-38-1 0,7-8 16,1-7-16,7-4 16,11-1-16,8-4 15,2 0-15,6 1 16,8-2-16,7-3 16,6 0-16,3 0 15,2 2-15,1 0 16,5 4-16,0 3 15,-1-4-15,-2 2 16</inkml:trace>
  <inkml:trace contextRef="#ctx0" brushRef="#br0" timeOffset="-10567.44">10361 14238 0,'0'0'0,"0"0"0,0 0 16,0 0-16,0 0 0,-1-4 15,1 4-15,1-3 16,8-3-16,-9 6 16,11-2-16,-11 2 15,15 0-15,2 1 16,3 4-16,-20-5 15,15 10-15,-4 1 16,-11-11-16,4 19 16,-2 2-16,-7 2 15,5-23-15,-11 21 0,11-21 16,-11 17-16,11-17 16,-16 14-16,16-14 15,-12 7-15,12-7 16,-10 1-16,3-1 15,7 0-15,5-4 16,-5 4-16,8-1 16,8 2-16,-16-1 15,22 5-15,0 7 16,1 10-16,-4 2 16,-7 2-16,-12-26 15,7 27-15,-4 0 0,-3-27 16,-3 31-16,-10-3 15,-4 0-15,-2-4 16,-8-6-16,2-2 16,25-16-16,-29 11 15,-3-3-15,-7 2 16,4-2-16,2 1 16,3-1-16,30-8 15,-28 12-15</inkml:trace>
  <inkml:trace contextRef="#ctx0" brushRef="#br0" timeOffset="7731.28">4545 15345 0,'0'0'0,"0"0"0,0 0 0,-1 0 0,1 0 16,-4-2-16,4 2 15,1-5-15,-1 5 16,7-3-16,3 3 16,-10 0-16,22-2 15,-1 3-15,9 1 16,3-4-16,-1 1 16,1 0-16,-33 1 0,30-1 15,1 0-15,2 3 16,-33-2-16,32 0 15,-32 0-15,27 1 16,-27-1-16</inkml:trace>
  <inkml:trace contextRef="#ctx0" brushRef="#br0" timeOffset="8075.07">4623 15570 0,'0'0'0,"0"0"0,5-3 16,-5 3-16,14-9 15,4 2-15,-1-3 0,6 2 16,0-1-16,-23 9 16,25-5-16,1 0 15,4-1-15,2 3 16,0 1-16,-32 2 16,35-1-16,-4-1 15</inkml:trace>
  <inkml:trace contextRef="#ctx0" brushRef="#br0" timeOffset="8965.7">5613 15339 0,'0'0'0,"0"0"0,0-6 0,-3-5 0,3 11 0,-2-15 15,-5-2-15,7 17 16,-16-15-16,-1 2 15,-5 2-15,22 11 16,-21-6-16,-4 2 16,25 4-16,-26 0 15,0 3-15,26-3 16,-25 12-16,-1-2 0,26-10 16,-26 16-16,7 1 15,19-17-15,-12 19 16,12-19-16,-3 18 15,3-18-15,1 21 16,8-3-16,4 4 16,-13-22-16,18 14 15,0-1-15,8 0 16,-3-3-16,3-2 16,-1-1-16,-1 3 15,-24-10-15,26 10 0,-4 3 16,-3 5-16,-19-18 15,21 18-15,-6 3 16,-15-21-16,3 25 16,-2-1-16,-1-24 15,-8 27-15,-8-3 16,-10-1-16,-3-8 16,0-2-16,0-8 15,29-5-15,-27 1 16,2-4-16,25 3 0,-21-11 15,3-1-15,7-9 16,6-3-16,8 0 16,6-1-16,8-1 15,0 1-15,11-5 16,-1 4-16,3-2 16,4 2-16,-2 2 15,-3 4-15,-3 1 16,-1-2-16</inkml:trace>
  <inkml:trace contextRef="#ctx0" brushRef="#br0" timeOffset="9840.7">5929 15429 0,'0'0'0,"0"0"0,0 0 15,0-1-15,-2-6 16,2 7-16,-8-11 16,1 0-16,7 11 15,-4-15-15,4 15 0,-6-13 16,7-1-16,11-1 16,-12 15-16,17-16 15,4 2-15,3 2 16,1 6-16,-25 6 15,26-1-15,-3 4 16,-23-3-16,25 9 16,-5 6-16,-20-15 15,11 21-15,-4 5 16,-12 5-16,1 0 0,-4-4 16,-6-3-16,-1-2 15,15-22-15,-14 17 16,14-17-16,-16 17 15,16-17-15,-13 16 16,13-16-16,-17 13 16,17-13-16,-11 8 15,11-8-15,-3 3 16,6-7-16,-3 4 0,11-8 16,10-3-16,4 0 15,-2-1-15,-23 12 16,28-10-16,-4 6 15,1 1-15,-25 3 16,26 3-16,-4 4 16,-22-7-16,15 13 15,-1 5-15,-14-18 16,8 25-16,-7 0 16,-6-1-16,5-24 15,-9 24-15,-3-3 0,-5-3 16,-3-1-16,20-17 15,-26 14-15,-3-5 16,29-9-16,-33 9 16,-1-2-16,1-3 15,-1-1-15,7-1 16,27-2-16,-24 2 16,24-2-16,-21 1 15,8-4-15,13 3 16,-9-7-16,9-7 15</inkml:trace>
  <inkml:trace contextRef="#ctx0" brushRef="#br0" timeOffset="10575.05">6540 15337 0,'0'0'0,"0"0"0,0 0 0,0 0 16,0 0-16,-3 3 0,-6 3 16,9-6-16,-12 9 15,12-9-15,-15 12 16,4 5-16,11-17 16,-12 24-16,5 1 15,5 1-15,2-26 16,-1 26-16,4 0 15,4 3-15,-4-2 16,1-3-16,2 0 16,1-2-16,-1-3 15,3 2-15,5-6 0,-14-15 16,11 14-16,7-1 16,2-1-16,0-3 15,1-4-15,1-1 16,0-3-16,-1-8 15,-1 2-15,0-3 16,-20 8-16,22-15 16,-5 0-16,4-5 15,-6-1-15,-2 2 16,-13 19-16,11-20 16,-1 2-16,-10 18 0,5-22 15,0-1-15,-5 23 16,0-25-16,-3 2 15,-1-4-15,-9 6 16,1 2-16,12 19 16,-13-18-16,-7 3 15,-6 3-15,-9 2 16,-1 7-16,-3 5 16,-5 4-16,4 5 15,-5 3-15,2 3 0</inkml:trace>
  <inkml:trace contextRef="#ctx0" brushRef="#br0" timeOffset="28907.22">1933 16335 0,'0'0'0,"0"0"0,-1-8 0,1 8 0,-10-12 15,1-5-15,9 17 16,-10-18-16,0-1 16,10 19-16,-15-14 15,15 14-15,-14-13 16,14 13-16,-22-9 15,2 3-15,20 6 16,-22-3-16,5 7 16,17-4-16,-16 11 0,7 4 15,-1 11-15,6 4 16,-3 6-16,2 2 16,4 9-16,-5 9 15,2 7-15,-2 8 16,-4 4-16,1-4 15,-1-6-15,0-9 16,10-56-16,-10 43 16,10-43-16,-9 31 15,-1-18-15,0-22 0,2-18 16,3-12-16</inkml:trace>
  <inkml:trace contextRef="#ctx0" brushRef="#br0" timeOffset="29266.56">1705 16499 0,'0'0'0,"0"0"0,-3-8 0,0-14 0,-1-4 16,-1 0-16,4-4 16,1 1-16,0 5 15,1-1-15,7 0 16,2 3-16,7-4 15,6 1-15,9 1 0,-2 2 16,6 4-16,1 7 16,-4 4-16,0 8 15,-4 6-15,-4 5 16,-8 5-16,-4 4 16,-13 11-16,-12 4 15,-12 10-15,-11 4 16,-8 7-16,-8 3 15,3-5-15,3-4 16,5-5-16,40-46 0,-30 36 16,30-36-16,-16 27 15,10-16-15</inkml:trace>
  <inkml:trace contextRef="#ctx0" brushRef="#br0" timeOffset="30469.69">2016 16952 0,'0'0'0,"0"0"0,0-7 15,0 7-15,0-12 16,0-6-16,0-6 16,0-1-16,-3 2 15,-1-1-15,1 2 16,-2-3-16,2-1 16,2 1-16,1 25 15,-3-24-15,0 3 0,3 21 16,-2-21-16,2 21 15,-2-15-15,2 15 16,-7-9-16,7 9 16,-6 2-16,6-2 15,-3 7-15,3 3 16,0-10-16,6 8 16,8 3-16,-14-11 15,15 13-15,3 6 0,-3 10 16,-4 4-16,-5 1 15,-3 0-15,-3-34 16,1 34-16,5-6 16,-6-28-16,6 25 15,-6-25-15,13 18 16,2-8-16,-15-10 16,20 2-16,1-9 15,0-9-15,-21 16 16,21-16-16,-3-3 0,-18 19 15,19-24-15,-19 24 16,15-18-16,-15 18 16,12-17-16,-12 17 15,9-12-15,-9 12 16,4-7-16,-4 7 16,2-5-16,-2 5 15,4-4-15,-4 4 16,4-4-16,-4 4 0,2-1 15,-2 1-15,-2-1 16,1 3-16,-2 8 16,-4 8-16,1 2 15,6-20-15,-4 25 16,1 5-16,1 2 16,2-32-16,-3 30 15,3-30-15,-1 27 16,1-27-16,-5 21 15,-3-8-15,8-13 16,-3 0-16,2-12 0,-1-10 16,2-6-16,3-4 15,1-1-15,5 0 16,1 2-16,2 3 16,-12 28-16,10-25 15,3 0-15,-13 25 16,18-22-16,-3 4 15,-15 18-15,19-15 16,-19 15-16,19-6 16,-2 10-16,-2 9 15,-3 6-15,-4 3 16,-4 2-16,-2 3 0,-1 1 16,-2 2-16,-1-1 15,2 0-15,-1-2 16,4-3-16,0-13 15</inkml:trace>
  <inkml:trace contextRef="#ctx0" brushRef="#br0" timeOffset="30625.95">2614 16878 0,'0'0'15,"0"0"-15,2-5 0,-2-8 0</inkml:trace>
  <inkml:trace contextRef="#ctx0" brushRef="#br0" timeOffset="31313.44">3040 16481 0,'0'0'0,"0"0"0,1 5 15,-2 10-15,-4 9 0,0 4 16,-1 7-16,1 3 16,0 5-16,2 4 15,3 6-15,-3 6 16,1 6-16,1 6 16,1 0-16,0-4 15,0-8-15,1-13 16,-1-46-16,8 30 15,-8-30-15,5 22 16,3-17-16,-5-17 0,0-11 16,-3-10-16,0-10 15,0-4-15,0 0 16,0 0-16,4-1 16,-1 5-16,-2 4 15,-1 1-15,-1 0 16,3-1-16,1-1 15,5 2-15,-4 2 16,6 3-16,-10 33 16,12-33-16,5 4 15,3-2-15,8 8 0,-2 3 16,0 9-16,0 6 16,-26 5-16,22 4 15,-1 4-15,-1 10 16,-9 5-16,-8 1 15,-14 3-15,-7 3 16,-8 8-16,-9 4 16,-3 4-16,-2-4 15,-2-1-15,9-7 16,33-34-16,-31 24 16,5-16-16</inkml:trace>
  <inkml:trace contextRef="#ctx0" brushRef="#br0" timeOffset="32172.82">3662 16501 0,'0'0'0,"0"0"0,0 0 0,0-4 16,-5-8-16,5 12 15,-11-12-15,-5-2 0,-10 0 16,-2 6-16,4 5 15,24 3-15,-25 1 16,2 4-16,3 8 16,4 3-16,1 8 15,7 1-15,2 4 16,3 4-16,3 1 16,1 1-16,-1 0 15,0-35-15,3 32 16,-3-32-16,8 27 15,2-8-15,-10-19 0,15 8 16,-1-11-16,6-12 16,-6-4-16,-2-7 15,-3-5-15,-2 1 16,-1-3-16,4 3 16,-10 30-16,8-26 15,-8 26-15,8-18 16,-8 18-16,10-13 15,-3 14-15,-4 9 16,7 9-16,-3 6 0,0 4 16,-1-2-16,-1-2 15,5-5-15,-10-20 16,10 19-16,-10-19 16,13 11-16,3-6 15,1-8-15,-1-6 16,-1-6-16,-1-4 15,-5-3-15,-1-3 16,-2-3-16,-6 28 16,9-29-16,-9 29 15,4-25-15,-4 25 0,6-21 16,3 11-16,1 14 16,-3 11-16,0 10 15,1 13 1,-2 1-16,-1 3 0,-5-42 15,7 38-15,2-3 16,-9-35-16,13 25 16,-13-25-16,10 18 15,9-14-15,-3-18 16,-3-13-16,-3-15 0,-1-6 16</inkml:trace>
  <inkml:trace contextRef="#ctx0" brushRef="#br0" timeOffset="32313.45">3929 16255 0,'0'0'0,"0"0"0,0 0 0,0 0 16,-5 4-16,-1 5 0,6-9 15</inkml:trace>
  <inkml:trace contextRef="#ctx0" brushRef="#br0" timeOffset="33000.98">4308 16573 0,'0'0'0,"3"-7"16,-3-7-16,0 14 0,-7-18 16,-6-1-16,-8 0 15,-8 9-15,-2 7 16,2 7-16,0 6 15,6 4-15,-2 5 16,5 5-16,3 2 0,5 3 16,4 2-1,8-2-15,8-1 0,-8-28 16,6 26-16,5-4 16,8-11-16,-19-11 15,22 7-15,0-11 16,5-13-16,-2-6 15,-2-8-15,-7-3 16,1-2-16,-5-5 16,-6-4-16,-3-6 15,0-1-15,-3-3 0,-3-1 16,1 4 0,1 5-16,1 6 0,-3 8 15,3 33-15,0-26 16,0 26-16,0-19 15,0 19-15,0-10 16,0 8-16,3 14 16,-5 7-16,1 7 15,1 5-15,-2 4 16,-2 6-16,1 2 0,0 6 16,3 5-16,0 4 15,4 1-15,-5 6 16,4-8-16,-3-3 15,0-8-15,0-46 16,3 41-16,1-13 16,7-16-16,1-14 15</inkml:trace>
  <inkml:trace contextRef="#ctx0" brushRef="#br0" timeOffset="33579.08">4660 16518 0,'0'0'0,"0"0"0,0 0 0,7 0 15,6 1-15,5-1 16,0-3-16,5 0 16,-3-1-16,2-6 15,3-1-15,-2 2 16,3-3-16,-26 12 16,22-8-16,-1 2 15,-21 6-15,22-7 16,-22 7-16,16-3 15,-16 3-15,13 2 0,-13-2 16,9 3-16,-9 3 16,-9 1-16,-5 3 15,14-10-15,-17 9 16,-6 2-16,-1 0 16,24-11-16,-19 16 15,-1 0-15,3 5 16,17-21-16,-8 22 15,8-22-15,-6 22 16,6-22-16,-4 16 16,10-4-16,3-2 0,5-7 15,-14-3-15,19 3 16,2-2-16,7-1 16,4-3-16,-2-2 15,2-1-15,0-6 16</inkml:trace>
  <inkml:trace contextRef="#ctx0" brushRef="#br0" timeOffset="34875.96">5704 16398 0,'0'0'0,"0"0"0,0-3 0,0 3 0,1-13 16,0-3-16,-1 16 15,-3-19-15,3 19 16,-3-24-16,3 24 16,-8-23-16,-5 0 15,-3 5-15,-2 4 16,-3 6-16,0 4 15,-2 3-15,0 4 0,-2 4 16,2 3-16,-2 4 16,5 3-16,1 3 15,0 6-15,0 0 16,3-2-16,2 1 16,14-25-16,-14 25 15,12-1-15,8 2 16,-6-26-16,11 26 15,3-7-15,11-5 16,-3-2-16,4-1 0,5-6 16,-2 1-16,0 5 15,0-4-15,-29-7 16,26 12-16,-5 4 16,-21-16-16,18 19 15,-18-19-15,11 19 16,-11 3-16,-14-6 15,-4-4-15,-4-7 16,-3-4-16,-3-5 16,28 4-16,-23-6 0,0-4 15,5-8-15,7-2 16,8-5-16,6-4 16,11 1-16,7-2 15,7-3-15,6 1 16,3-1-16,-3 0 15,4 1-15,2 2 16</inkml:trace>
  <inkml:trace contextRef="#ctx0" brushRef="#br0" timeOffset="35313.46">5911 16244 0,'0'0'0,"0"0"0,0 0 0,-2-3 16,2 3-16,-1-5 0,1 5 16,0-3-16,6 1 15,5-1 1,7-1-16,2 0 0,3-3 15,5 2-15,-28 5 16,27-8-16,2 2 16,-29 6-16,29-8 15,-29 8-15,26-5 16,-3 0-16,-23 5 16,15 4-16,-5 3 15,-10 8-15,-8 3 0,-1 3 16,-6 7-16,2 2 15,2 1-15,-3 8 16,2 3-16,0 5 16,-1 2-16,1 2 15,12-51 1,-10 46-16,10-46 0,-5 40 16,4-14-16,8-20 15</inkml:trace>
  <inkml:trace contextRef="#ctx0" brushRef="#br0" timeOffset="35938.96">6650 16192 0,'0'0'0,"0"0"0,0 0 0,3-6 0,-5-7 15,-4-2-15,-5 0 16,-5 0-16,16 15 16,-20-10-16,-2 3 15,-1 5-15,-6 7 16,4 4-16,2 1 15,6 6-15,1 4 16,6 1-16,2 1 16,2 3-16,5-1 0,1-24 15,4 22 1,-4-22-16,7 20 0,8-5 16,3-10-1,-18-5-15,24 0 0,0-6 16,2-8-16,-26 14 15,23-18-15,-5-4 16,-3 2-16,-15 20 16,9-21-1,-9 21-15,4-15 0,-4 15 0,3-13 16,-3 13-16,1-4 16,-5 8-16,0 8 15,-1 4-15,1 5 16,2 2-16,-2 8 15,3 2-15,-1 3 16,-2 4-16,1 0 16,-2-5-16,1 2 15,4-37-15,-1 33 16,2-8-16,4-17 16,8-10-16</inkml:trace>
  <inkml:trace contextRef="#ctx0" brushRef="#br0" timeOffset="36407.71">6902 16097 0,'0'0'0,"0"0"0,1 2 0,-5 13 0,4 5 16,-3 8-16,-3 8 16,-4 4-16,1 3 15,5 2-15,1-4 16,6-6-16,-3-35 16,6 31-16,5-9 15,-11-22-15,15 17 16,5-8-16,5-6 15,-2-10-15,-23 7 16,23-10-16,0-5 0,-4-9 16,-4-3-16,-1-6 15,-5 2-15,-2-4 16,-3 1-16,-4 2 16,-4 4-16,-2 1 15,-4 5-15,-7 7 16,17 15-16,-18-10 15,-3 6-15,21 4 16,-28 3-16,-1 8 16,29-11-16,-31 19 15,31-19-15</inkml:trace>
  <inkml:trace contextRef="#ctx0" brushRef="#br0" timeOffset="36704.58">7470 16331 0,'0'0'0,"0"0"0,8 1 0,3 1 0,-11-2 15,19 1-15,1-2 16,9 5-16,1-6 16,0 1-16,-2 0 0,-28 1 15,31-4-15,-1-2 16,-4-7-16</inkml:trace>
  <inkml:trace contextRef="#ctx0" brushRef="#br0" timeOffset="37408.14">8220 16062 0,'0'0'0,"0"0"0,0 0 0,2-3 0,-4-6 0,-6-4 15,8 13-15,-12-15 16,-4 2-16,-8 2 16,-7 3-16,0 4 15,-1 3-15,6 3 16,1 5-16,5 3 16,3 4-16,17-14 15,-12 17-15,-1 4 16,7 4-16,5-2 15,8-1-15,7 0 0,4-3 16,5-5-16,6-2 16,-2 0-16,7 0 15,-2-1-15,4 1 16,-3 3-16,-2-3 16,-3 4-16,0 1 15,-5 3-15,-23-20 16,16 21-16,-5 2 15,-11-23-15,6 24 16,-8-2-16,-9-3 0,-2-3 16,-7-7-16,-1-8 15,-4-2-15,0-4 16,0-4-16,4-6 16,0-2-16,6-5 15,4 0-15,0-2 16,10 0-16,5-5 15,4-2-15,8-2 16,6 1-16,5 3 16,2 3-16,5 2 15,1-2-15,2-1 0</inkml:trace>
  <inkml:trace contextRef="#ctx0" brushRef="#br0" timeOffset="38001.89">8543 16006 0,'0'0'0,"0"0"0,6-3 16,-6 3-16,6-7 16,8-1-16,-14 8 15,18-9-15,7 0 16,-25 9-16,29-6 16,3 7-16,-32-1 15,30 6-15,-9 6 16,-21-12-16,13 23 0,-6 0 15,-8 4-15,-12 1 16,-3-4-16,-2-3 16,0-5-16,18-16 15,-17 17-15,17-17 16,-13 14-16,13-14 16,-15 12-16,15-12 15,-8 9-15,5 1 16,3-10-16,8 5 15,8 1-15,9-1 0,2 2 16,1 4-16,-3 0 16,-1 2-16,-8 3 15,0 1-15,-16-17 16,9 21-16,-7 3 16,-12 5-16,-7 0 15,-6-1-15,-5-8 16,-2 1-16,2-7 15,-1-3-15,2 0 16,27-11-16,-26 10 0,6-7 16,6-10-16,9-12 15</inkml:trace>
  <inkml:trace contextRef="#ctx0" brushRef="#br0" timeOffset="38501.93">9122 16003 0,'0'0'0,"0"0"0,0 4 16,-5 9-16,0 5 15,-4 5-15,-1 7 16,0 6-16,-2 0 16,-1 5-16,7-1 15,1 1-15,7 0 0,3-5 16,5-7-16,8-4 16,4-7-16,-1-5 15,7-7-15,0-3 16,1-3-16,0-7 15,0-1-15,-4-6 16,-1-8-16,-2-1 16,-5-4-16,-8-5 15,0 0-15,-4-3 16,-7-1-16,-4 2 16,-4 2-16,-11 4 15,-6 2-15,-7 5 0,-3 5 16,-5 7-16,1 3 15,0 6-15,5 9 16,36-9-16,-34 15 16</inkml:trace>
  <inkml:trace contextRef="#ctx0" brushRef="#br0" timeOffset="38877.39">9853 16108 0,'0'0'0,"0"0"0,0 0 0,4 0 0,-4 0 16,7-1-16,7 2 15,7-2-15,4 2 16,4 2-16,-1 3 16,-2-3-16,-26-3 15,29 3-15,-6 3 16,-23-6-16,23 4 15,-23-4-15,24 3 16,-24-3-16</inkml:trace>
  <inkml:trace contextRef="#ctx0" brushRef="#br0" timeOffset="39111.75">9935 16304 0,'0'0'0,"13"0"0,11 1 0,9 2 0,4 2 15,3-1-15,1 0 16,-1-2-16,-40-2 15,37 1-15,-3-2 16</inkml:trace>
  <inkml:trace contextRef="#ctx0" brushRef="#br0" timeOffset="61866.75">10613 15748 0,'0'0'0,"0"0"0,1 2 0,-1-2 0,0 8 15,3 0-15,-3-8 16,2 16-16,-2-16 16,4 16-16,-4-16 15,3 14-15,-3-14 16,2 8-16,-4-3 16,2-5-16,-2-5 15,-4-4-15,1-5 16,5 14-16,-7-16 15,7 16-15,-5-16 0,5 16 16,-2-16-16,2 16 16,-3-16-16,3 16 15,-3-15-15,3 15 16,-1-7-16,1 7 16,-2-7-16,2 7 15,1 2-15,3 5 16,-4-7-16,6 12 15,0-2-15,-6-10 16,13 10-16,1-2 0,4-2 16,-18-6-16,21 4 15,-1-5-15,4-10 16,3 5-16,-6-5 16,-21 11-16,21-11 15,-21 11-15,18-12 16,-18 12-16,13-12 15,-13 12-15,6-13 16,-6 13-16,7-10 0,-7 10 16,1-6-16,-1 6 15,-3-3-15,-4 6 16,7-3-16,-11 7 16,2 4-16,9-11 15,-5 14-15,0 1 16,-2 5-16,3-1 15,4-19-15,-5 21 16,-1 4-16,4 3 16,-3 4-16,1-2 15,0 3-15,1-3 16,1-2-16,-1 2 0,-4 6 16,-3 3-16,-1 2 15,2 3-15,-2-1 16,-1-4-16,12-39 15,-9 38-15,9-38 16,-2 30-16,6-15 16</inkml:trace>
  <inkml:trace contextRef="#ctx0" brushRef="#br0" timeOffset="62710.91">11178 15789 0,'0'0'0,"3"-5"0,-3 5 0,2-14 15,0 0-15,-2 14 0,-1-17 16,-6-1-16,7 18 15,-10-19-15,-5 5 16,15 14-16,-16-12 16,-5 1-16,21 11 15,-23-4-15,-3 4 16,-3 7-16,6 9 16,-1 1-16,5 8 15,6 0-15,0 5 16,3 0-16,3 2 15,0-2-15,1 3 0,7-5 16,-1-28-16,8 24 16,2-3-16,-10-21 15,13 16-15,7-9 16,2-8-16,0-6 16,1-6-16,-3-5 15,-5-2-15,4-1 16,-7-4-16,0 1 15,-1-1-15,0 1 16,-11 24-16,4-24 0,-4 24 16,6-19-16,-6 19 15,5-15-15,-5 15 16,2-8-16,-4 8 16,-1 8-16,-2 9 15,5-17-15,-5 20 16,-3 7-16,5 5 15,-3 3-15,-1 1 16,1 1-16,3 0 16,-1 1-16,2 5 15,2 0-15,-6 3 0,1 3 16,-5-2-16,2-4 16,-1-5-16,9-38 15,-4 31-15,4-10 16,3-15-16,5-18 15</inkml:trace>
  <inkml:trace contextRef="#ctx0" brushRef="#br0" timeOffset="63476.57">11562 15778 0,'0'0'15,"0"0"-15,0 0 0,-4-1 16,4 1-16,-6-5 0,-5-1 16,11 6-16,-18-3 15,18 3-15,-19-2 16,19 2-16,-19 2 16,-1 4-16,0 1 15,4 5-15,3 2 0,13-14 16,-14 19-16,2 3 15,-3 7-15,2 0 16,-3 2-16,6 4 16,0-2-16,4 3 15,-2 0-15,5 0 16,1 2-16,-2 0 16,5-4-16,5-1 15,-6-33-15,6 28 16,4-3-16,5-3 0,-15-22 15,18 16 1,2-6-16,6-6 0,-3-7 16,-5-7-16,5-2 15,-23 12-15,16-18 16,0 0-16,-16 18 16,18-27-16,-6 0 15,-12 27-15,8-26 16,-6-2-16,-2 28 15,-3-28-15,-6 7 16,-4 2-16,13 19 0,-19-12 16,-5 9-16,-9 7 15,1 7-15,3 6 16,7 3-16,-1 4 16,8 0-1,8-1-15,7-23 0,-1 29 16,5-4-16,9-9 15</inkml:trace>
  <inkml:trace contextRef="#ctx0" brushRef="#br0" timeOffset="64039.04">11876 15769 0,'0'0'0,"0"0"0,0 0 0,0 0 15,-5 3-15,-4 8 16,-1 4-16,-8 3 16,6 3-16,3 2 15,9-23-15,-8 27 16,0 1-16,7 8 0,-4 0 16,8 1-16,0 1 15,2-3-15,1 0 16,-1 1-16,-5-36 15,9 30-15,6-6 16,4-2-16,3-11 16,1-3-16,2-10 15,-2-4-15,1-9 16,-5-6-16,2-3 16,-2-3-16,-3-8 15,2-1-15,-2 2 0,-5-7 16,-6 3-16,-4 1 15,-5-2-15,-5 4 16,-5 3-16,-6 4 16,-7 3-16,0 7 15,-16 6-15,-6 9 16,-7 11-16,-6 7 16,-4 11-16</inkml:trace>
  <inkml:trace contextRef="#ctx0" brushRef="#br0" timeOffset="88574.1">1666 17477 0,'0'0'0,"0"0"0,0 0 0,0-4 0,0 4 16,-3-3-16,3 3 15,-3-2-15,-3 0 16,-5 7-16,-3 7 16,-1 3-16,-4 5 15,-3 6-15,-1 6 16,3 5-16,-2 4 0,3 5 15,5 6-15,1 11 16,7 1-16,-1 7 16,5 3-16,8-1 15,3-7-15,1-5 16,7-12-16,6-12 16,2-7-16,-2-8 15,4-7-15,-27-15 16,28 9-16,-2-5 15,8-13-15,-4-3 0,-3-8 16,-4-8 0,-1-6-16,-6-6 0,0-6 15,-5-3-15,-2-1 16,0 2-16,-8-5 16,1 5-16,-5-1 15,0 4-15,-6 0 16,1 3-16,-4 0 15,-2 4-15,-1 4 16,-1 2-16,-1 5 16,17 27-16,-16-22 15,-7 4-15,23 18 0,-25-12 16,0 11-16,-1 9 16,3 5-16,4 10 15,7 6-15,1 6 16,7 3-16,0 4 15,1 4-15,3 8 16,7 0-16,2 1 16,1-4-16,6-7 15,0-2-15,4-10 16,4-4-16,5-9 0,-1-6 16,2-5-16,2-11 15,0-1-15,-2-7 16,-1-3-16,-4-2 15,-2-4-15,0-4 16,-5-1-16,-1-3 16,-4-1-16,-13 29 15,8-27-15,-8 27 16,6-24-16,-6 24 16,3-18-16,-3 18 0,0-13 15,5 11-15,-4 17 16,3 10-16,1 10 15,5 9-15,-3 5 16,2 1-16,1 1 16,0-4-16,3-6 15,4-5-15,-17-36 16,19 27-16,0-4 16,-19-23-16,22 14 15,-2-11-15,-1-16 16,-2-7-16,-1-12 0,-5-5 15,-3 0-15,-4-1 16,5 0-16,-6 2 16,0 2-16,-3 34 15,1-32-15,-1 32 16,3-30-16,-3 30 16,0-25-16,0 25 15,1-15-15,-1 7 16,8 15-16,-4 15 0,5 11 15,2 8-15,-1 7 16,2 1-16,4-3 16,-3-6-16,-13-40 15,20 31-15,-1-6 16,1-10-16,-20-15 16,23 9-16,-1-10 15,-3-11-15,-1-9 16,-4-8-16,0-7 15,-4-2-15,-5-7 0,-1-1 16,0-1-16,-3-3 16,-1 2-16,0 2 15,-5 2-15,4 2 16,-2 2-16,0 5 16,3 35-16,-2-34 15,1 6-15,1 28 16,-3-24-16,3 24 15,-2-17-15,2 12 16,-1 9-16,1 14 16,1 7-16,-1 5 15,0 7-15,0 6 16,5 0-16,-2 3 0,1 4 16,0 4-16,2 0 15,3-1-15,-5 2 16,5-5-16,-2-3 15,-1-4-15,-6-43 16,3 37-16,-3-37 16,7 27-16,0-9 15,3-17-15,-3-16 16,1-13-16,-2-7 0,3-13 16,-6-4-16,-3-2 15</inkml:trace>
  <inkml:trace contextRef="#ctx0" brushRef="#br0" timeOffset="88808.47">2357 17899 0,'0'0'0,"0"0"0,0 0 0,1 0 16,10-4-16,9-2 15,2 3-15,11-6 16,6 2-16,-5 1 16,1 2-16,-35 4 15,35-4-15,-5 1 16,4-5-16,-34 8 16</inkml:trace>
  <inkml:trace contextRef="#ctx0" brushRef="#br0" timeOffset="89370.98">2912 18053 0,'0'0'0,"0"0"0,0 0 0,-1 1 0,-3-7 16,-1-4-16,5 10 15,-11-7-15,-5-2 16,-6 3-16,-3 3 15,-6 6-15,2 4 16,29-7-16,-26 9 0,1 4 16,25-13-16,-17 17 15,7 1-15,8 3 16,2-21-16,9 18 16,7-2-16,10 1 15,1-2-15,1-2 16,2-2-16,-30-11 15,24 14-15,-1 0 16,-3 1-16,-20-15 16,23 18-16,-9-2 0,-14-16 15,9 19-15,-9-19 16,2 21-16,-8 1 16,-10 0-16,16-22 15,-19 17 1,-4-1-16,-6-5 0,3-3 15,1-7-15,5-8 16,7-7-16,4-8 16,8-11-16</inkml:trace>
  <inkml:trace contextRef="#ctx0" brushRef="#br0" timeOffset="90074.1">3062 17626 0,'0'0'0,"0"0"0,0 0 0,4 0 15,-4 0-15,2 1 16,-3 2-16,-4 8 15,-1 5-15,3 6 0,0 4 16,0 3-16,1-1 16,2 5-16,3 3 15,-1 5-15,1 2 16,3 5-16,-5 2 16,-1 5-16,2-3 15,2 0-15,0-1 16,-3-3-16,-1-9 15,0-39-15,-1 33 16,1-33-16,-3 25 0,3-25 16,-5 13-16,2-17 15,1-12-15,2-11 16,2-8-16,-2-2 16,0 4-16,0-2 15,-3 1-15,0 4 16,0 2-16,-2 0 15,-2 6-15,7 22 16,-5-21-16,-4 0 0,9 21 16,-13-17-16,-3 6 15,16 11-15,-19-5 16,19 5-16,-17-1 16,17 1-16,-9 0 15,5 0-15,4 0 16,10-3-16,11-3 15,10 1-15,8-1 16,3-2-16,6 1 16,-6 2-16,1 0 15,-7 1-15,-36 4 0,32-3 16,-32 3-16,24 1 16,-24-1-16,24 1 15,-24-1-15,20 2 16</inkml:trace>
  <inkml:trace contextRef="#ctx0" brushRef="#br0" timeOffset="90605.78">3259 18080 0,'0'0'0,"0"0"0,0 0 0,5 0 0,-5 0 16,3 0-16,-3 0 16,3-1-16,-3 1 15,3 2-15,-3 9 16,-3 6-16,0 5 16,0 3-16,0 0 0,3-25 15,0 24-15,0-24 16,0 23-16,0-23 15,-2 20-15,2-20 16,-1 15-16,1-15 16,0 11-16,-1-13 15,2-11-15,-1-8 16,1-7-16,-1-1 16,8-2-16,1 1 15,5 4-15,-14 26 16,13-24-16,7 4 15,-20 20-15,25-16 0,5 5 16,-30 11-16,32-4 16,-3 9-16,-7 11 15,-2 5-15,-8 7 16,-4 5-16,-2 3 16,-3 3-16,-3 2 15,-2-5-15,-2-3 16,4-33-16,-7 28 15,0-7-15,7-18 0,8-15 16</inkml:trace>
  <inkml:trace contextRef="#ctx0" brushRef="#br0" timeOffset="91965.13">3815 18094 0,'0'0'0,"0"0"0,0 0 0,6-2 0,-2-6 15,-1-5-15,-4-1 16,1 14-16,-6-17 16,-7-1-16,-6 3 15,19 15 1,-22-12-16,-1 7 0,-6 10 15,2 4-15,5 6 16,6 5-16,3 3 16,9 0-16,-1 3 15,7 0-15,1-2 16,7-5-16,4-2 0,4-5 16,3-6-16,2-4 15,-1-1-15,0-7 16,-2-6-16,-2-5 15,-3-8-15,-1-5 16,-3-3-16,1-8 16,-5-3-16,-3-4 15,2-3-15,-3 3 16,-3 7-16,-3 3 16,0 3-16,-4 10 15,7 25-15,-6-22 0,6 22 16,-7-16-16,7 16 15,-5-9-15,1 9 16,2 10-16,-2 8 16,3 7-16,0 6 15,-1 7-15,-1 1 16,2 6-16,-2 4 16,1 5-16,1-5 15,5 0-15,1-5 16,-2-6-16,-3-38 0,11 30 15,1-3-15,8-7 16,0-4-16,2-6 16,4-10-16,-2-6 15,4-6-15,-1-8 16,0-3-16,-2-5 16,1-1-16,-1-2 15,-5 4-15,-5-2 16,2 2-16,-17 27 15,9-25-15,-3 3 0,-6 22 16,0-22-16,0 22 16,-6-17-16,-11 6 15,-6 11-15,2 11 16,-2 9-16,5 4 16,0 4-16,18-28 15,-9 26-15,2-1 16,7-25-16,4 23 15,2-3-15,-6-20 16,12 14-16,5-3 16,3-10-16,-20-1 0,22-1 15,-2-9-15,-20 10 16,18-14-16,-18 14 16,15-20-16,-15 20 15,12-21-15,-12 21 16,6-19-16,-6 19 15,3-13-15,-3 13 16,-5-5-16,-5 10 16,0 10-16,3 11 0,0 1 15,2 5-15,1 4 16,-2 2-16,3 3 16,0 7-16,4-3 15,-1 6-15,1 3 16,-1-3-16,0 4 15,-1 3-15,-2-6 16,-3-3-16,0-7 16,0-3-16,-4-7 15,10-32-15,-15 25 16,1-8-16,-9-7 0,23-10 16,-25-1-16,1-9 15,-5-11 1,4-9-16,3-11 0,4-1 15,7-3-15,6 0 16,5 1-16,11 1 16,5 3-16,5 4 15,5 7-15,7 3 16,6 4-16,8 6 16,1 0-16,6 1 15,-5 4-15,-10 1 0,-4 0 16,-8-3-16,-5-1 15,-3-7-15</inkml:trace>
  <inkml:trace contextRef="#ctx0" brushRef="#br0" timeOffset="94574.9">4638 17169 0,'0'0'0,"0"0"0,0 0 0,1-6 0,-1 6 16,2-5-16,-2 5 0,3-7 16,-3 7-16,5-4 15,0 8-15,1 7 16,-3 11-16,-2 3 16,2 7-16,0 7 15,1 0-15,0 5 16,-2 3-16,2 2 15,1 1-15,-2 3 16,5 1-16,-2-1 16,0 2-16,0-2 0,-2 1 15,3 3-15,-7 0 16,0-4-16,-3 2 16,3-10-16,0-45 15,0 39-15,0-39 16,3 30-16,-3-30 15,0 23-15,0-23 16,-3 11-16,2-12 16,-1-16-16,1-9 15,-2-9-15,5-7 16,0-2-16,4 3 0,-2 1 16,-4 40-16,2-35 15,1 5-15,1 3 16,-4 27-16,9-24 15,4 6-15,0 2 16,3 8-16,4 3 16,2 8-16,4 2 15,4 6-15,-1 7 16,-3 4-16,-4 4 16,-5 3-16,-5 3 0,-8 0 15,-8 3-15,-5 1 16,-7-3-16,-1-1 15,-8-3-15,-1-9 16,2-3-16,-3-6 16,0-4-16,-2-3 15,4-3-15,25-1 16,-24-3-16,24 3 16,-18-9-16,7-4 15,14-6-15,13 1 0,1 1 16,11 0-16,-2 6 15,3 4-15,4-1 16,10 0-16,3 1 16,-6 0-16,3 3 15,-8 3-15,-35 1 16,34-1-16,-6 3 16,-28-2-16,29 1 15,-6-4-15,-23 3 16,19-11-16,-8-2 0,-7-6 15,-4 19-15,-3-20 16,-9 4-16,-4 5 16,-7 4-16,1 6 15,3 10-15,0 7 16,2 5-16,5 4 16,1 4-16,1 4 15,4-4-15,6-1 16,0-28-16,4 25 15,9-4-15,-13-21 0,19 15 16,6-5-16,-1-6 16,-24-4-16,25-4 15,-1-3-15,-3-10 16,-3-1-16,-4-2 16,-14 20-16,15-21 15,-15 21-15,11-19 16,-11 19-16,8-12 15,-2 5-15,-9 14 16,0 8-16,3-15 16,-5 21-16,5-21 0,-3 24 15,5-4-15,10-4 16,-12-16-16,14 7 16,4-7-16,4-10 15,-2-7-15,0-4 16,-2-6-16,4-6 15,-2-4-15,3-3 16,-2-6-16,2-1 16,-2-2-16,-4 1 15,-1 2-15,-3 4 0,-10 3 16,0-2-16,0 3 16,-3 1-16,-3 2 15,0 6-15,-3 4 16,6 25-16,-10-21 15,10 21-15,-10-15 16,10 15-16,-13-10 16,-3 7-16,0 9 15,1 7-15,2 8 16,0 4-16,3 6 16,1 1-16,0 8 0,4 2 15,1-2-15,-2 3 16,1-1-16,3 2 15,-1-1-15,6 1 16,0-5-16,4-2 16,-1-4-16,0-2 15,5-4-15,6-7 16,-17-20-16,19 16 16,4-4-16,5-5 15,0-10-15,-1-1 0,0-6 16,-1-5-16,-4-2 15,-22 17-15,21-19 16,-6-6-16,1-6 16,-16 31-16,9-31 15,-9 31-15,0-29 16,0 29-16,-2-29 16,-8 7-16,10 22 15,-16-13-15,2 7 0,-2 14 16,-1 6-16,3 8 15,4 3-15,10-25 16,-8 26-16,5-5 16,3-21-16,3 21 15,4-4-15,-7-17 16,7 15-16,8-7 16,-15-8-16,17 3 15,0-9-15,-17 6 16,21-9-16,-4-3 15,-17 12-15,10-14 0,-10 14 16,6-11-16,-6 11 16,3-6-16,-2 11 15,-1-5-15,2 17 16,-2-17-16,0 20 16,0-20-16,3 21 15,5-5-15,-8-16 16,9 5-16,3-9 15,5-11-15,-2-3 16,-1-4-16,2-5 0,-4 1 16,-3-2-16,-1 1 15,-8 27-15,8-24 16,-8 24-16,4-21 16,-4 21-16,6-19 15,-6 19-15,5-9 16,-4 12-16,-1-3 15,2 17-15,-7 8 16,7 11-16,-8 0 16,6-36-16,-4 33 15,0-2-15,4-31 0,0 30 16,0-30-16,-1 18 16,1-18-16,5 13 15,2-9-15,2-12 16,2-10-16,1 0 15,1-7-15,0-6 16,3 3-16,-2 0 16,1 1-16,-15 27 15,10-23-15,3 4 16,-13 19-16,14-15 16,-14 15-16,14-11 0,0 5 15,-14 6-15,15 3 16,-4 5-1,-11-8-15,7 20 0,-5 5 16,-4 12-16,2-37 16,0 36-16,-4-1 15,4-35-15,0 33 16,0-33-16,0 27 16,0-27-16,1 18 0,5-19 15,11-18-15,2-12 16</inkml:trace>
  <inkml:trace contextRef="#ctx0" brushRef="#br0" timeOffset="95246.78">6320 17723 0,'0'0'0,"0"0"0,0 0 0,0 0 16,0 0-16,-3 0 15,-4 4-15,7-4 16,-8 11-16,-1 5 16,-7 5-16,3 4 15,0-1-15,1 0 16,0-1-16,7 2 15,5-25-15,-6 24 0,9 1 16,3 1-16,1-2 16,-7-24-16,17 17 15,2-3-15,7-5 16,0-6-16,2-6 16,-28 3-16,30-6 15,0-5-15,-1-6 16,-4-4-16,1-3 15,-7-3-15,-19 27 16,16-30-16,-6 0 16,-10 30-16,10-32 0,-10 32 15,4-28-15,-6 7 16,2 21-16,-9-14 16,-4 10-16,13 4 15,-19 4-15,0 9 16,-1 12-16,3 5 15,3 2-15,0 0 16,7-2-16,1 1 16,6-31-16,-3 31 15,2 1-15,5 1 0,8-3 16,8-10-16,0-4 16,-20-16-16,20 11 15,5-7-15,1-6 16,0-7-16,-3-8 15,-1-6-15,-2-4 16</inkml:trace>
  <inkml:trace contextRef="#ctx0" brushRef="#br0" timeOffset="95512.43">6856 17784 0,'0'0'0,"0"0"0,4 0 16,10 0-16,6-1 16,3-6-16,2 3 15,-2 0-15,0-1 0,2 4 16,-3 1-16,-22 0 15,23 1-15,-23-1 16,20-1-16,-20 1 16,20 1-16,-1-3 15,0-5-15</inkml:trace>
  <inkml:trace contextRef="#ctx0" brushRef="#br0" timeOffset="95809.29">6870 17956 0,'0'0'0,"0"0"0,0 0 0,4-1 0,10-3 15,6-2-15,2-1 16,5 3-16,1 0 16,4 4-16,1 4 15,-1 6-15,6-2 16,-2 6-16,-36-14 16,32 15-16,-4-3 15,-3-6-15</inkml:trace>
  <inkml:trace contextRef="#ctx0" brushRef="#br0" timeOffset="122800.29">7509 17308 0,'0'0'0,"0"0"0,0 0 0,0 0 0,0 0 16,0 0-16,-4 4 16,4-4-16,-8 8 15,0 6-15,1 8 16,0 1-16,-1 6 16,2-3-16,0 6 0,3 3 15,2 3-15,2 1 16,0 2-16,2 1 15,-1-7-15,-2-35 16,2 30-16,-2-30 16,4 29-16,-4-29 15,3 22-15,-3-13 16,-1-11-16</inkml:trace>
  <inkml:trace contextRef="#ctx0" brushRef="#br0" timeOffset="123081.9">7604 17799 0,'0'0'0,"0"0"0,-2 0 0,-1 8 0,-6 4 16,0 4-16,0 4 15,1 2-15,-3 5 16,4 2-16,7-29 16,-2 32-16,2 1 15,0-33-15,5 29 16,2-13-16</inkml:trace>
  <inkml:trace contextRef="#ctx0" brushRef="#br0" timeOffset="123566.32">7722 17527 0,'0'0'0,"2"10"0,-1 9 0,1 13 16,3 9-16,2 4 15,-2 6-15,4-4 16,-9-47-16,6 39 15,-6-39-15,10 27 16,2-13-16,1-18 16,1-10-16,-4-9 15,-4-11-15,1-2 0,-2-3 16,1-1-16,-2-1 16,-4-1-16,-5 7 15,0-1-15,-7 5 16,0 4-16,-5 9 15,-5 8-15,-3 10 16,-1 5-16,0 5 16,26-10-16,-27 14 15,7 0-15,20-14 16,-11 18-16,11 0 16,8-2-16,7-8 0</inkml:trace>
  <inkml:trace contextRef="#ctx0" brushRef="#br0" timeOffset="124269.43">7953 17557 0,'0'0'0,"3"15"0,0 19 0,7 7 0,-2 10 15,-8-51-15,10 52 16,6-11-16,-16-41 16,14 31-16,-1-14 15,3-15-15,-4-12 16,-1-9-16,-2-7 16,2-6-16,-5-6 15,-3 1-15,-3-3 16,0 0-16,-3 6 15,-9 2-15,3 4 0,9 28 16,-15-22-16,-1 8 16,16 14-16,-19-8 15,19 8-15,-17-5 16,17 5-16,-12-2 16,12 2-16,-9-1 15,12-8-15,12-1 16,2 2-16,-17 8 15,25-10-15,-1 5 0,3 4 16,0 9-16,0 11 16,-7 8-16,-2 10 15,-4 6-15,-1 5 16,1-2-16,-14-46 16,15 42-16,-15-42 15,15 31-15,-15-31 16,20 18-16,3-13 15,-1-13-15,3-14 16,-3-2-16,-4-1 16,-2-5-16,-3 3 0,-2 2 15,-11 25-15,4-28 16,-6 3-16,-8-1 16,-6 6-16,-6 2 15,-8 14-15,-5 7 16,-9 8-16,-6 13 15,-4 7-15,4 6 16,5 3-16,45-40 16,-36 36-16</inkml:trace>
  <inkml:trace contextRef="#ctx0" brushRef="#br0" timeOffset="125113.56">8621 17372 0,'0'0'0,"0"0"0,0 0 16,-1 0-16,1 0 16,-6-5-16,6 5 15,-11-5-15,11 5 16,-15-4-16,15 4 16,-17 0-16,-3 6 0,2 3 15,18-9-15,-15 15 16,0 2-16,6 5 15,-2 3-15,7 0 16,2 6-16,4 3 16,1 3-16,5 1 15,-1-2-15,1-1 16,-8-35-16,13 28 16,0-6-16,-13-22 15,14 10-15,5-10 16,3-14-16,1-10 0,-1-9 15,0-2-15,-5-2 16,-2-5-16,-6 3 16,-4 2-16,-2 4 15,-3 33-15,0-32 16,-8 7-16,8 25 16,-17-20-16,-7 11 15,-14 19-15,-3 14 16,0 8-16,8 8 15,33-40-15</inkml:trace>
  <inkml:trace contextRef="#ctx0" brushRef="#br0" timeOffset="126301.49">8077 17856 0,'0'0'0,"0"0"0,6 0 0,-6 0 16,9 0-16,-9 0 16,11-2-16,-11 2 15,15-5-15,-15 5 0,7-6 16,-7 6-16,6-7 16,-6 7-16,4-5 15,-4 5-15,-3-5 16,3 5-16,-6-2 15,-2 5-15,-2 7 16,2 13-16,1 14 16,4 4-16,2 10 15,1 0-15,6 3 16,-1-5-16</inkml:trace>
  <inkml:trace contextRef="#ctx0" brushRef="#br0" timeOffset="127035.86">8888 17331 0,'0'0'0,"0"0"0,1 0 0,-1 0 0,0 0 0,-3 4 0,-5 7 15,-7 6-15,1 3 16,-4 1-16,0 6 16,6-2-16,1 0 15,4 1-15,6 3 16,2-4-16,-1 5 16,7-2-16,5-2 15,-3 0-15,1-2 16,6-6-16,-5 2 0,-11-20 15,15 14-15,2-5 16,-17-9-16,19-2 16,0-7-16,0-14 15,-4-3-15,-8-4 16,-1 0-16,-4-3 16,-7-2-16,0 1 15,-3 1-15,-4-1 16,-2 4-16,-4-3 15,-1 3-15,-7 10 0,-4 7 16,1 8-16,1 10 16,3 6-16,5 4 15,6 8-15,6 0 16,8-23-16,-1 27 16</inkml:trace>
  <inkml:trace contextRef="#ctx0" brushRef="#br0" timeOffset="127442.59">9278 17660 0,'0'0'0,"0"0"0,0 0 0,-1 0 15,1 0-15,0 0 16,1 0-16,-1 0 15,6-7-15,7 2 16,7-4-16,2 0 16,4-2-16,4 3 15,1 0-15,2-2 16,-5 1-16,-1-1 0,-27 10 16,22-12-16</inkml:trace>
  <inkml:trace contextRef="#ctx0" brushRef="#br0" timeOffset="128567.55">9946 17300 0,'0'0'0,"0"0"0,0 0 0,0-3 0,0 3 16,0-4-16,0 4 15,0-10-15,0 10 16,-1-10-16,1 10 16,-1-10-16,1 10 15,0-8-15,-1-2 16,1 10-16,-4-12 0,4 12 15,-4-11-15,4 11 16,-7-13-16,7 13 16,-5-8-16,5 8 15,-3-2-15,3 2 16,0 9-16,3 7 16,-3-16-16,4 21 15,-4-21-15,4 18 16,-4-18-16,4 16 0,-4-16 15,1 9 1,-1-9-16,2 4 0,-2-4 16,-2-4-16,2 4 15,0-9-15,0 9 16,-5-16-16,5 16 16,-6-16-16,6 16 15,-7-16-15,7 16 16,-5-12-16,0 6 15,5 6-15,0 4 16,0 3-16,0-7 0,8 17 16,2 0-16,-10-17 15,16 14-15,0-3 16,-16-11-16,23 6 16,-1-5-16,-22-1 15,24-7-15,-24 7 16,21-12-16,-1-3 15,-20 15-15,15-18 16,-15 18-16,14-15 16,-14 15-16,5-15 15,-5 15-15,0-11 0,0 11 16,-4-4-16,-2 9 16,-4 11-16,10-16 15,-7 22-15,2 9 16,1 10-16,1 6 15,-2 3-15,-2 9 16,1 2-16,0 3 16,1-1-16,3-1 15,-1-7-15,3-13 16,0-42-16,4 36 0,2-15 16,0-19-16,8-14 15</inkml:trace>
  <inkml:trace contextRef="#ctx0" brushRef="#br0" timeOffset="129239.43">10500 17264 0,'0'0'0,"0"0"0,2-8 0,-2 8 16,-1-14-16,-3 1 16,-11-5-16,-4 6 15,-1 6-15,-5 2 16,-2 6-16,3 8 0,-1-1 15,2 2-15,-3 2 16,26-13-16,-25 18 16,6-1-16,19-17 15,-19 23-15,6 4 16,13-27-16,-7 29 16,9-3-16,6-4 15,7-5-15,4-6 16,1-6-16,-20-5 0,22-3 15,4-7-15,-26 10 16,27-19-16,1-2 16,-2-4-16,-3 0 15,-23 25-15,17-25 16,-17 25-16,14-24 16,-14 24-16,7-23 15,-7 23-15,2-20 16,-2 20-16,-1-15 15,1 15-15,-3-8 16,1 7-16,-3 12 0,2 5 16,1 4-16,0 2 15,-2 4-15,6 6 16,-2 4-16,1 9 16,0 7-16,0 6 15,-1 7-15,0 3 16,-2 3-16,2-14 15,2-6-15,-2-51 16,6 36-16</inkml:trace>
  <inkml:trace contextRef="#ctx0" brushRef="#br0" timeOffset="129911.31">10813 17246 0,'0'0'0,"0"0"0,0 0 0,0 0 16,0 0-16,0 1 16,0-1-16,-4-3 15,-1-3-15,5 6 16,-9-8-16,9 8 0,-12-9 16,-4-1-16,16 10 15,-19-10-15,1 4 16,-1 7-16,-1 5 15,8 8-15,1 4 16,-1 2-16,4 3 16,1 6-16,2 3 15,1 10-15,5 8 16,1 2-16,5 3 16,-2-4-16,-5-51 15,6 46-15,7-11 0,5-10 16,-18-25-16,20 15 15,-2-11-15,5-6 16,-6-8-16,-17 10 16,16-15-16,-6-6 15,-10 21-15,10-29 16,-8-2-16,-2 31 16,-2-28-16,-5 7 15,-7 12-15,-5 9 16,-4 8-16,4 10 15,-3 6-15,6 4 0,6 3 16,10-31-16,-7 30 16,2-8-16,11-15 15,5-11-15</inkml:trace>
  <inkml:trace contextRef="#ctx0" brushRef="#br0" timeOffset="130411.35">11055 17197 0,'0'0'0,"0"0"0,0 0 15,0 0-15,-1 1 16,1-1-16,-8 13 0,-2 4 16,0 11-16,-2 0 15,2 5-15,3 2 16,6 3-16,2 2 16,1 3-16,6-9 15,-8-34-15,6 36 16,5-10-16,8-6 15,-19-20-15,20 9 16,3-5-16,1-11 16,0-12-16,-2-3 15,-3-7-15,-2-1 0,-2-1 16,-5-4-16,-2 0 16,-2 2-16,-6-3 15,0 36-15,-7-33 16,-3 6-16,-7 3 15,-8 11-15,-4 5 16,-9 16-16,-8 11 16,1 11-16,-8 5 15</inkml:trace>
  <inkml:trace contextRef="#ctx0" brushRef="#br0" timeOffset="131348.81">6917 18441 0,'0'0'0,"0"0"0,0 0 0,5-3 0,5-3 16,-10 6-16,15-1 16,3 3-16,7-1 15,-2 3-15,-6 6 16,-17-10-16,20 6 16,0-2-16,-20-4 15,24 2-15,-1-6 16,-23 4-16,24-10 0,-24 10 15</inkml:trace>
  <inkml:trace contextRef="#ctx0" brushRef="#br0" timeOffset="131645.73">6870 18673 0,'0'0'0,"0"0"0,4-4 0,9-4 0,6 0 15,7-3-15,6-2 16,5 3-16,6 2 16,1 3-16,5 3 15</inkml:trace>
  <inkml:trace contextRef="#ctx0" brushRef="#br0" timeOffset="149635.2">8621 18194 0,'0'0'0,"0"0"0,-1-6 0,-3-6 0,4 12 16,-9-16-16,2 1 16,7 15-16,-10-15 15,2 6-15,8 9 16,-11-5-16,-2 3 0,13 2 16,-15 2-1,-1 4-15,-3 5 0,19-11 16,-15 15-16,-3 3 15,0 1-15,0 1 16,5 2-16,-2-2 16,4 0-16,11-20 15,-7 21-15,1-3 16,6-18-16,-5 21 16,5-21-16,0 15 15,0-15-15,2 15 16,-2-15-16,10 10 0,-10-10 15,12 2-15,8-7 16,-2-9-16,3-4 16,-21 18-16,17-22 15,2-1-15,-1-4 16,-4 2-16,2 0 16,-6 0-16,0 4 15,-10 21-15,9-21 16,-9 21-16,5-20 0,-5 20 15,3-16-15,-3 16 16,-1-12-16,1 12 16,-1-4-16,-3 8 15,0 9-15,0 6 16,-3 6-16,2 1 16,3 7-16,-2 3 15,-1 7-15,1 6 16,-2 3-16,-3 6 15,3-1-15,5 1 0,-5 0 16,8-6-16,5-4 16,-7-48-16,5 46 15,-1-16-15,6-21 16</inkml:trace>
  <inkml:trace contextRef="#ctx0" brushRef="#br0" timeOffset="150541.9">8812 18300 0,'0'0'0,"0"0"0,-4-5 0,4 5 0,-4-11 16,4 11-16,-3-10 15,3 10-15,-3-13 16,3 13-16,-2-13 15,0 0-15,2 13 16,2-15-16,-1 3 16,-1 12-16,7-14 15,1 4-15,-8 10 0,15-8 16,-15 8-16,17-6 16,-17 6-16,21-3 15,0 8-15,-21-5 16,17 9-16,-2 9 15,-2 10-15,-6-1 16,-3 1-16,-3 2 16,-3 3-16,-5 0 15,-1 1-15,0 1 16,-7-1-16,1-3 16,14-31-16,-12 30 0,-3-5 15,0-1-15,15-24 16,-13 21-16,13-21 15,-16 16 1,0-6-16,16-10 0,-19 6 16,19-6-16,-15-1 15,-1-4-15,16 5 16,-9-11-16,9 11 16,-10-12-16,10 12 15,-8-16-15,8 16 0,-2-14 16,2 14-16,-1-11 15,1 11-15,2-10 16,-2 10-16,5-9 16,-5 9-16,12-6 15,3 4-15,-15 2 16,18 1-16,4 4 16,-22-5-16,23 11 15,0 4-15,0 3 16,-2 7-16,-7 0 0,3 0 15,-6 2-15,1-2 16,2-3-16,-1 1 16,-13-23-16,13 21 15,5-5-15,-18-16 16,22 10-16,2-14 16</inkml:trace>
  <inkml:trace contextRef="#ctx0" brushRef="#br0" timeOffset="151276.67">9306 18373 0,'0'0'0,"0"0"0,0 0 16,-2-7-16,2 7 15,-2-7-15,2 7 16,-4-8-16,4 8 16,-6-6-16,6 6 0,-11-1 15,11 1-15,-12 4 16,12-4-16,-12 5 16,12-5-16,-16 10 15,16-10-15,-11 11 16,11-11-16,-8 13 15,1 2-15,1 7 16,-1-1-16,4 2 16,2 0-16,-2-1 0,3-22 15,-4 25 1,3 3-16,6 0 0,-5-28 16,3 29-1,5-4-15,1 0 0,-9-25 16,12 17-16,1-7 15,-13-10-15,19 4 16,-3-11-16,6-7 16,-2-2-16,-2-2 15,-1-5-15,-4-1 16,-2 1-16,2-4 0,-3 2 16,2-1-16,-5 1 15,-2-4-15,-4 2 16,-1 27-16,0-25 15,-3-1-15,-4-2 16,-9 9-16,-3 9 16,-7 7-16,-6 16 15,-6 9-15,-4 11 16,-4 9-16</inkml:trace>
  <inkml:trace contextRef="#ctx0" brushRef="#br0" timeOffset="154573.94">9720 18194 0,'0'0'0,"0"0"0,1 0 0,-1 0 0,-5-5 16,5 5-1,-5-5-15,5 5 0,-7-4 16,7 4-16,-7 0 16,7 0-16,-7 2 15,7-2-15,-7 6 16,7-6-16,-3 10 15,3-10-15,-6 11 16,-1 3-16,7-14 16,-9 14-16,1 4 0,-1 3 15,9-21-15,-7 23 16,-6 2-16,3 2 16,10-27-16,-12 25 15,-1 1-15,13-26 16,-11 25-16,2 0 15,9-25-15,-12 27 16,12-27-16,-8 22 16,8-22-16,-7 18 15,7-18-15,-3 12 16,1-4-16,2-8 0,5 2 16,4-6-16,7-2 15,-16 6-15,18-9 16,4-3-16,-22 12 15,24-11-15,-2 5 16,2 0-16,-24 6 16,25-1-16,-25 1 15,21 5-15,-21-5 16,19 7-16,1 1 16,-20-8-16,17 11 15,-17-11-15,15 5 0,-6-6 16,-9 1-16,8-9 15,-2-2-15,-6 11 16,1-15-16,-1 15 16,0-16-16,0 16 15,-5-16-15,5 16 16,-4-18-16,4 18 16,-6-14-16,6 14 15,-7-10-15,7 10 0,-6-6 16,6 6-16,-8 2 15,3 5-15,3 5 16,-1 6-16,3 4 16,1 6-16,-1 6 15,3 10-15,-1 12 16,2 8-16,4 6 16,-2 4-16,0 1 15,-6-75-15,3 62 16,3-17-16</inkml:trace>
  <inkml:trace contextRef="#ctx0" brushRef="#br0" timeOffset="155245.81">10147 18299 0,'0'0'0,"0"0"0,0 0 0,-2-5 0,2 5 15,-3-10-15,3 10 16,-9-10-16,9 10 16,-12-14-16,12 14 0,-13-11 15,13 11-15,-16-10 16,16 10-16,-19-6 16,5 4-16,14 2 15,-17 4-15,4 6 16,2 9-16,1 7 15,2 5-15,1 7 16,4 2-16,1 5 16,4 2-16,1-2 15,-3-45-15,9 45 16,0-5-16,-9-40 16,17 32-16,0-11 0,5-11 15,-22-10-15,21-1 16,1-10-16,3-12 15,-3-5-15,-3-6 16,-2-5-16,-2-3 16,-4-6-16,1-4 15,-1 1-15,-6 2 16,-3 8-16,-3 2 16,-3 5-16,-7 8 15,-2 3-15,-4 7 0,-7 6 16,-8 17-16,-11 8 15,-8 23-15,-7 18 16,-6 19-16</inkml:trace>
  <inkml:trace contextRef="#ctx0" brushRef="#br0" timeOffset="163777.91">17190 7865 0,'0'0'0,"0"0"0,0 0 0,3-6 0,-3 6 16,4-12-16,-4 12 15,5-12-15,-5 12 16,3-10-16,-6-1 16,-9 2-16,-5 6 15,17 3-15,-20-6 16,-4 5-16,24 1 15,-31-2-15,2 1 0,29 1 16,-28 0-16,4 6 16,24-6-16,-23 10 15,23-10-15,-20 14 16,20-14-16,-14 21 16,14-21-16,-9 24 15,4 2-15,6-2 16,-1-24-16,9 19 15,6-5-15,6-1 16,6-6-16,-3-3 16,-1 7-16,2-4 0,-25-7 15,21 10-15,3 2 16,-24-12 0,23 14-16,-2 2 0,-21-16 15,14 23-15,-9 3 16,-5-26-16,-5 31 15,-7-1-15,-11-2 16,-5-7-16,0-9 16,3-5-16,25-7 0,-24 3 15,1-6-15,23 3 16,-19-11-16,6-5 16,6-13-16,8-2 15,7 1-15,3 0 16,5 2-16,3 2 15,-1-2-15,2 5 16,-20 23-16,26-20 16,-1 7-16,-25 13 15</inkml:trace>
  <inkml:trace contextRef="#ctx0" brushRef="#br0" timeOffset="164512.29">17388 7839 0,'0'0'15,"0"0"-15,1 7 0,-1-7 0,4 18 0,-4 3 16,-3 5-16,3-26 16,-6 27-16,6-27 15,-5 24-15,5-24 16,-8 17-16,0-9 16,-4-15-16,12 7 15,-1-14-15,-1-5 0,4-6 16,-2 25-16,5-28 15,-5 28-15,9-20 16,-9 20-16,9-20 16,-9 20-16,7-18 15,-7 18-15,6-11 16,-3 6-16,-3 5 16,11 2-16,-11-2 15,11 7-15,-11-7 16,13 13-16,6-2 15,-19-11-15,21 10 16,2-6-16,4-6 0,-27 2 16,24-3-16,-24 3 15,23-9-15,-23 9 16,19-13-16,-19 13 16,17-13-16,-17 13 15,13-13-15,-13 13 16,7-9-16,-7 9 15,2-3-15,-2 6 16,-3 7-16,-3 4 16,-4 4-16,2 2 0,1 0 15,-4 6-15,1 0 16,6 5-16,-4 1 16,3-3-16,5-29 15,-7 26-15,-1 2 16,-3 1-16,11-29 15,-10 28-15,10-28 16,-13 28-16,2 1 16,3 3-16,8-32 15</inkml:trace>
  <inkml:trace contextRef="#ctx0" brushRef="#br0" timeOffset="165371.63">17869 7890 0,'0'0'0,"0"0"0,0 0 0,1 0 16,-1 0-16,0-2 15,0 2-15,-1-2 16,1 2-16,-2-2 0,2 2 16,-4 0-16,4 0 15,-6 0-15,6 0 16,-8 1-16,0 0 15,8-1-15,-11-2 16,11 2-16,-9-3 16,9 3-16,-8-2 15,8 2-15,-7-2 16,7 2-16,-6-5 16,0 6-16,6-1 15,-12 0-15,-3 4 0,15-4 16,-16 9-1,2 5-15,14-14 0,-17 17 16,7 5-16,10-22 16,-10 25-16,10-25 15,-11 25-15,11-25 16,-7 22-16,7-22 16,-1 15-16,5-5 15,-4-10-15,11 0 16,3-7-16,-14 7 15,22-12-15,2-2 0,-5-3 16,-19 17-16,21-21 16,-21 21-16,14-20 15,-14 20-15,14-20 16,-14 20-16,12-18 16,-12 18-16,8-14 15,-3 8-15,-5 6 16,2 6-16,-2 9 15,-3 9-15,6 2 16,-3-26-16,-5 31 16,2 2-16,-1 5 0,1 2 15,-1-2-15,-3-5 16,7-33-16,-5 32 16,4-3-16,1-29 15,-1 28-15,1-5 16,0-23-16,2 24 15,-2-24-15,0 15 16,1-7-16,2-12 16,-3 4-16</inkml:trace>
  <inkml:trace contextRef="#ctx0" brushRef="#br0" timeOffset="165840.37">18048 8061 0,'0'0'0,"0"0"0,4-1 0,-4 1 0,12-11 16,-12 11-16,8-11 16,-8 11-16,8-10 15,-4 6-15,-5 5 16,-5 10-16,6-11 0,-5 15 16,1 5-16,-4 0 15,5 4-15,3-24 16,-4 24-16,2-2 15,2-22-15,1 25 16,-1-25-16,9 22 16,-9-22-16,14 15 15,5-5-15,0-9 16,-19-1-16,25-2 16,-5-6-16,-20 8 15,19-14-15,3-3 16,1-4-16,-8-3 0,2-2 15,-17 26-15,12-25 16,-2-1-16,-1-7 16,-9 33-16,4-30 15,-7 2-15,-9 0 16,-4 7-16,-8 7 16,-8 10-16,-7 6 15,-6 11-15,0 11 16,0 10-16</inkml:trace>
  <inkml:trace contextRef="#ctx0" brushRef="#br0" timeOffset="168575.26">19978 7731 0,'0'0'0,"0"0"0,0-5 0,0 5 0,0-9 0,0 9 15,1-7-15,-1-3 16,0 10-16,-5-10 15,-5 0-15,-6 7 16,16 3-16,-20-6 16,-5 3-16,0 2 15,-2 5-15,27-4 16,-28 6-16,4 2 0,3 4 16,21-12-16,-16 16 15,16-16-15,-15 17 16,15-17-16,-9 17 15,6 3-15,7-1 16,6-3-16,5-4 16,-15-12-16,19 10 15,5-5-15,7 4 16,-2-2-16,-2 2 16,-27-9-16,24 13 15,-3-1-15,-21-12 0,21 16 16,-10 3-16,-11-19 15,8 23-15,-12 0 16,-7 0-16,-6-2 16,17-21-16,-20 10 15,-1-1-15,21-9 16,-23 5-16,1-6 16,22 1-16,-15-9 15,4-8-15,6-11 16,5 28-16,6-31 15,5 0-15,-11 31 0,20-36 16,1 3 0,6-2-16,-2 9 0,-25 26 15,25-23-15,-25 23 16,22-15-16,-2 7 16,-20 8-16,20 2 15</inkml:trace>
  <inkml:trace contextRef="#ctx0" brushRef="#br0" timeOffset="169200.25">20148 7756 0,'0'0'0,"0"0"0,0 0 0,0-2 16,5-5-16,5-5 16,-10 12-16,13-14 15,5 1-15,-18 13 16,28-11-16,-2 5 15,-26 6-15,30-2 16,2 3-16,-32-1 16,33 6-16,-10 2 15,-2 8-15,-10 4 0,-11-20 16,3 18-16,-8 4 16,-6 0-16,11-22 15,-14 20-15,14-20 16,-14 18-16,14-18 15,-17 17-15,17-17 16,-18 12-16,18-12 16,-13 8-16,5-6 15,8-2-15,4 1 16,6-3-16,-10 2 0,18 5 16,4-1-1,2 1-15,-24-5 0,21 9 16,-21-9-16,20 12 15,-8 3-15,-12-15 16,4 20-16,-10-3 16,-6 5-16,12-22 15,-18 15-15,-4-4 16,22-11-16,-27 8 16,2 1-16,0-2 15,25-7-15,-23 6 0,7-4 16,2-7-16</inkml:trace>
  <inkml:trace contextRef="#ctx0" brushRef="#br0" timeOffset="169747.1">20667 7690 0,'0'0'0,"0"0"0,0 0 16,-1 0-16,-2 3 0,3-3 15,-7 11-15,-5 2 16,1 6-16,11-19 15,-15 20-15,6 4 16,3 0-16,6-24 16,-1 25-16,2-1 0,-1-24 15,5 24-15,4-3 16,-9-21-16,19 21 16,1-3-16,-20-18 15,31 13-15,-3-1 16,-28-12-16,31 3 15,-5-4-15,-26 1 16,27-8-16,-6-3 16,-4-7-16,-4-2 0,0-1 15,-9-1-15,-4 22 16,2-21-16,-5-4 16,-7-1-16,-5 1 15,-4 2-15,-5 4 16,-9 0-16,-4 4 15,-9 5-15,-4 3 16,-5 4-16,0 9 16,0 6-16</inkml:trace>
  <inkml:trace contextRef="#ctx0" brushRef="#br0" timeOffset="172872.15">22051 7593 0,'0'0'0,"0"0"0,0 0 0,1-1 0,-1 1 16,0 0-16,0 0 16,0 1-16,0 3 15,1 6-15,-1-10 16,0 14-16,-3 5 16,3-19-16,-6 18 15,6-18-15,-4 19 16,4-19-16,-3 14 15,3-14-15,-4 10 16,4-10-16,-1 6 0,1-6 16,-1 0-16,1 0 15,-1-4-15,0-6 16,1 10-16,-5-14 16,5 14-16,-4-15 15,4 15-15,-3-17 16,3 17-16,-2-15 15,2 15-15,-1-15 16,1 15-16,-1-10 16,1 10-16,0-5 15,0 5-15,1 1 0,-1-1 16,2 6-16,3 0 16,-5-6-16,11 6 15,3 2-15,2-2 16,-16-6-16,21 3 15,0-2-15,-21-1 16,21-1-16,2-4 16,-23 5-16,24-2 15,-24 2-15,19 0 16,-19 0-16,14-2 0,-14 2 16,10-2-16,-10 2 15,7-2-15,-7 2 16,3 0-16,-3 0 15,-1 1-15,-1 5 16,2-6-16,-5 13 16,1 3-16,-1 8 15,0 4-15,-1-1 16,1 5-16,-3 1 16,5 1-16,-2 1 15,3 4-15,-4-4 0,2 2 16,-3 0-16,0 1 15,-1-4-15,2 3 16,6-37-16,-5 30 16</inkml:trace>
  <inkml:trace contextRef="#ctx0" brushRef="#br0" timeOffset="173606.49">22614 7687 0,'0'0'0,"0"0"0,0-7 0,0 7 0,2-14 15,-5-3-15,3 17 16,-3-20-16,-6 1 16,9 19-16,-15-15 15,-4 2-15,0 12 16,0 5-16,-5 3 15,4 4-15,5 6 16,1 1-16,14-18 0,-12 19 16,0 6-16,1 1 15,11-26-15,-9 29 16,9-29-16,-4 26 16,4-6-16,0-20 15,9 17-15,4-8 16,-13-9-16,18 1 15,3-8-15,-21 7 16,24-11-16,-1-3 16,-23 14-16,22-18 15,-7-2-15,-15 20 0,17-24 16,-17 24-16,10-20 16,-10 20-16,11-18 15,-11 18-15,7-14 16,-7 14-16,5-7 15,-4 12-15,3 4 16,-5 11-16,-2 2 16,3 4-16,3 2 15,-3 2-15,-6 1 16,6-31-16,-4 33 0,0 4 16,0 1-16,2 0 15,-2-2-15,5-6 16,-1-30-1,1 26-15,-1-26 0,0 23 16,1-13-16</inkml:trace>
  <inkml:trace contextRef="#ctx0" brushRef="#br0" timeOffset="174137.78">23026 7576 0,'0'0'0,"0"0"0,0 0 0,0-1 0,0 2 0,0-1 15,-7 6 1,-4 8-16,-6 10 0,-4 3 15,-2 5-15,0 2 16,2-1-16,2-2 16,4 2-16,6-3 15,5 1-15,2-4 16,3-1-16,-1-26 16,6 23-16,2-6 15,7-4-15,-15-13 16,19 10-16,1-7 0,-20-3 15,28-2-15,-2-7 16,-26 9-16,27-18 16,-27 18-16,24-20 15,-7-2-15,-6 0 16,-11 22-16,1-22 16,-5 6-16,-8 1 15,12 15-15,-17-8 16,-2 10-16,-6 7 15,3 7-15,-2 0 16,1 6-16,3 0 0,20-22 16,-14 20-16</inkml:trace>
  <inkml:trace contextRef="#ctx0" brushRef="#br0" timeOffset="174637.77">23342 7556 0,'0'0'0,"0"0"0,0 0 0,1 1 15,0 6-15,-2 4 16,-4 4-16,2 2 16,-2 5-16,-5 2 15,3 0-15,-2 0 16,9-24-16,-9 26 0,3 2 16,6-28-16,-4 28 15,7-3-15,-3-25 16,11 25-16,2-6 15,-13-19-15,22 13 16,3-4-16,4-6 16,2-3-16,-3-7 15,-2-6-15,-2-1 16,0-1-16,-8-4 16,-2-1-16,0-3 15,-3 0-15,-3 1 0,-3 1 16,-8-1-1,3 22-15,-4-22 0,-8-2 16,-10 0-16,-5 9 16,-7 4-16,-4 11 15,-9 6-15</inkml:trace>
  <inkml:trace contextRef="#ctx0" brushRef="#br0" timeOffset="178544.39">25901 7407 0,'0'0'0,"0"0"0,-2-7 0,2 7 15,1-12-15,0-6 16,-1 18-16,1-21 16,1-3-16,-2 24 0,1-24 15,-1 24-15,-2-20 16,-4-1-16,-4 4 15,-3 1-15,13 16 16,-17-9-16,-1 4 16,-2 5-16,20 0 15,-19 9-15,-1 4 16,-1 8-16,2 1 16,2 2-16,2 0 0,3 0 15,12-24-15,-6 22 16,0 2-16,6-24 15,2 22-15,7-5 16,-9-17-16,15 18 16,4-11-16,6-6 15,1-2-15,-26 1 16,25-4-16,-2-6 16,-2-6-16,-21 16 15,19-19-15,-4-1 16,1-5-16,-6 0 0,-10 25 15,12-23-15,-12 23 16,10-22-16,-10 22 16,8-21-16,-8 21 15,6-12-15,-6 12 16,4-7-16,-5 9 16,-6 12-16,1 4 15,-2 7-15,2 3 16,-1 4-16,4 0 15,-3 1-15,2 4 0,-2-4 16,1 5-16,-4-5 16,1-3-16,8-30 15,-10 26-15,4-1 16,6-25-16,-4 23 16,4-23-16</inkml:trace>
  <inkml:trace contextRef="#ctx0" brushRef="#br0" timeOffset="179466.31">26171 7374 0,'0'0'0,"0"0"0,0 0 15,-3-3-15,3 3 0,-3-5 16,-1-5-16,4 10 16,-6-11-16,6 11 15,-8-12-15,8 12 16,-10-12-16,10 12 15,-8-15-15,8 15 16,-5-17-16,5 17 16,-1-15-16,3 1 15,-2 14-15,10-13 16,4 3-16,-14 10 16,17-4-16,2 3 0,-19 1 15,21 5-15,-1 5 16,-20-10-1,17 15-15,2 1 0,-4 3 16,-15-19-16,14 20 16,-3-1-16,-11-19 15,8 24-15,-8-1 16,-5 5-16,-5 1 16,10-29-16,-15 26 0,0 1 15,-7 2-15,-4-4 16,4 0-16,-3-3 15,0 0-15,3-1 16,22-21-16,-24 16 16,3 1-16,21-17 15,-22 18-15,22-18 16,-19 15-16,19-15 16,-14 14-16,14-14 15,-13 12-15,13-12 16,-7 10-16,7-10 0,-1 6 15,8-1-15,-7-5 16,15 2-16,4-4 16,-19 2-16,26 0 15,0-4-15,-26 4 16,28-5-16,-28 5 16,22-5-16,-22 5 15,22-3-15,-6 0 16,-16 3-16,19-4 15,-19 4-15,13 0 0,-13 0 16,10 1-16,-10-1 16,5 0-16,-5 0 15,2-1-15,-2 1 16,-3-2-16,3 2 16,-8-6-16,8 6 15,-11 1-15,11-1 16,-11 2-16,11-2 15</inkml:trace>
  <inkml:trace contextRef="#ctx0" brushRef="#br0" timeOffset="180466.31">26612 7275 0,'0'0'0,"0"0"0,0 0 0,-1-1 0,1 1 0,-6-4 16,6 4-16,-3-8 15,3 8-15,-4-8 16,4 8-16,-3-7 15,3 7-15,-7-4 16,-3 0-16,10 4 16,-19 4-16,2 3 15,-2 11-15,3 0 16,-1 3-16,3 3 16,2 2-16,12-26 0,-9 26 15,-1 5-15,10-31 16,-7 34-16,4 2 15,4-2-15,-1-34 16,8 32-16,4-5 16,-12-27-16,19 22 15,3-6-15,-22-16 16,28 11-16,-4-6 16,-24-5-16,29-5 15,-2-6-15,1-7 16,-3-2-16,-25 20 0,20-25 15,-4-3-15,-5-8 16,-4 1-16,-3-1 16,-1 2-16,-7 4 15,-3 2-15,7 28 16,-14-28-16,-5 6 16,-9 1-16,28 21 15,-28-16-15,-1 7 16,29 9-16,-29 3 15,9 9-15,20-12 0</inkml:trace>
  <inkml:trace contextRef="#ctx0" brushRef="#br0" timeOffset="181075.65">27186 7188 0,'0'0'0,"0"0"0,0 0 0,1-4 0,-1 4 0,0-7 15,-2 5-15,-4 4 16,-5 4-16,-3 7 16,-3 4-16,-5 3 15,1 0-15,-2 1 16,-3 1-16,1 2 15,3-2-15,1 1 16,4 1-16,17-24 16,-18 19-16,18-19 15,-16 20-15,16-20 0,-14 17 16,14-17-16,-14 15 16,14-15-16,-6 12 15,6-12-15,2 9 16,7-1-16,6-2 15,-15-6-15,23 3 16,5-1-16,8-4 16,-1 0-16,2-1 15,-1 2-15,0-2 0,-36 3 16,30-1 0,-30 1-16,21 1 15,-21-1-15,18 5 0</inkml:trace>
  <inkml:trace contextRef="#ctx0" brushRef="#br0" timeOffset="181372.56">27112 7366 0,'0'0'0,"0"0"0,0 0 16,0 0-1,1 4-15,2 8 0,1 5 16,-4 3-16,0 3 16,-4 2-16,2 3 15,-2 2-15,1 3 16,-4 4-16,1-1 0,2 3 15,-3-3-15,5-2 16,2-34-16,-2 30 16,-1-8-16</inkml:trace>
  <inkml:trace contextRef="#ctx0" brushRef="#br0" timeOffset="181935.07">27458 7249 0,'0'0'0,"0"0"0,0 0 0,-1-6 0,1 6 16,-2-10-16,2 10 15,-2-8-15,-5 7 16,-4 9-16,-5 7 0,4 2 16,-4 5-16,7 0 15,0 1-15,3 3 16,-2-1 0,8-25-16,-3 24 0,1 1 15,5 2-15,-3-27 16,7 25-16,-7-25 15,12 23-15,4-1 16,7-7-16,1-4 16,-1-4-16,-23-7 15,28 2-15,-2-2 0,-26 0 16,30-6 0,-1-5-16,-3-2 0,-26 13 15,22-15-15,-7-3 16,-15 18-16,14-23 15,-7-5 1,-5-3-16,-6-2 0,-1 2 16,-9-2-16,-1 7 15,-2 1-15,-4 4 0,-3 5 16,-6 3-16,-5 3 16,-9 11-16,-1 9 15,-9 9 1</inkml:trace>
  <inkml:trace contextRef="#ctx0" brushRef="#br0" timeOffset="203313.26">17080 8951 0,'0'0'0,"0"0"0,0 0 0,1-3 15,-1 3-15,1-8 16,1-1-16,-2 9 16,0-14-16,0 14 15,-4-14-15,-5 4 16,9 10-16,-14-11 15,-6 4-15,20 7 0,-26-5 16,-3 4-16,-5 7 16,2-1-16,4 3 15,28-8-15,-30 10 16,8-1-16,-2 1 16,6 5-16,18-15 15,-16 19-15,4-2 16,12-17-16,-5 19 15,5-19-15,1 19 0,7 0 16,5-5-16,7-1 16,-20-13-16,22 8 15,4-1-15,0 5 16,1-3-16,-27-9 16,22 12-16,-1 4 15,-21-16-15,22 20 16,-5-5-16,-17-15 15,9 22-15,-2-5 16,-7-17-16,0 29 0,-8-5 16,8-24-16,-15 24 15,-3-7-15,-3 1 16,21-18-16,-24 11 16,4-7-16,0-7 15,6-5-15,0-8 16,14 16-16,-8-21 15,5-3-15,4-7 16,6-2-16,11-1 16,1 2-16,10 3 15,2 0-15,-3 1 0,2 3 16,-30 25-16,36-22 16,-5 5-16,-31 17 15</inkml:trace>
  <inkml:trace contextRef="#ctx0" brushRef="#br0" timeOffset="204141.78">17292 8928 0,'0'0'0,"0"0"0,0 0 0,4 4 0,-4-4 0,1 10 15,-1-10-15,2 11 0,-2-11 16,3 15-16,-3-15 15,-2 14-15,2-14 16,-3 7-16,0-7 16,-2-7-16,5 7 15,-7-15-15,3-4 16,4 19-16,-3-26 16,4-2-16,-1 1 15,0 27-15,-5-26 0,3 4 16,2 22-16,-8-20 15,8 20-15,-6-16 16,6 16-16,-3-11 16,3 11-16,0 0 15,5 6 1,-5-6-16,11 11 0,-11-11 16,13 12-16,-13-12 15,19 13-15,6-3 16,-25-10-16,30 8 0,3-2 15,1-4-15,-2-2 16,-32 0-16,31-5 16,-6 0-16,-25 5 15,19-10-15,-19 10 16,18-10-16,-18 10 16,13-11-16,-13 11 15,6-9-15,-6 9 16,5-7-16,-4 5 15,-1 2-15,-5 7 16,-1 5-16,6-12 0,-8 16 16,-1 4-16,-3 6 15,5 4-15,3-2 16,-1 1-16,3 1 16,-2-3-16,-6 3 15,6 1-15,4-31 16,-2 29-16,1 1 15,1-30-15,-3 31 16,3 0-16,0-31 16,-3 32-16,3-32 0,-3 28 15</inkml:trace>
  <inkml:trace contextRef="#ctx0" brushRef="#br0" timeOffset="204813.65">17955 8908 0,'0'0'0,"0"0"0,0 0 0,2-4 0,-1-2 0,-1 6 15,-5-10-15,-4 0 16,-6 1-16,15 9 16,-23-5-16,-2 5 15,-1 5-15,-2 4 16,28-9-16,-25 10 16,5 5-16,20-15 15,-21 20-15,6 4 16,15-24-16,-6 25 15,4 0-15,9-1 0,-7-24 16,13 20-16,2-7 16,-15-13-16,22 9 15,1-6-15,-23-3 16,25-2-16,2-7 16,-27 9-16,24-13 15,-7-4-15,-17 17 16,14-22-16,-2 0 15,-12 22-15,9-24 16,-9 24-16,5-18 0,-5 18 16,2-16-16,-2 16 15,-1-11-15,-4 9 16,-1 10-16,6-8 16,-9 14-16,0 7 15,2 7-15,2-3 16,-1 4-16,2-1 15,3 2-15,-1-1 16,1-2-16,-4-1 0,2-1 16,3-25-16,-2 22 15,1 2-15,1-24 16,-2 26-16,-1-4 16</inkml:trace>
  <inkml:trace contextRef="#ctx0" brushRef="#br0" timeOffset="205298.43">18185 8926 0,'0'0'0,"0"0"0,2 2 15,-2-2-15,4 6 16,-3 8-16,-5 4 16,-5 5-16,5 1 15,-3 4-15,0-2 0,2 3 16,-2-3-16,7-26 16,-6 27-16,1-3 15,5-1-15,2-2 16,-2-21-16,9 16 15,2-3-15,3-5 16,-14-8-16,18 3 16,3-9-16,4-6 15,-1-3-15,-24 15 16,23-21-16,-1 0 16,-2-7-16,-3 0 0,-8 1 15,-2-3-15,-7 1 16,-4 0-16,-2 1 15,-3 3-15,-6 1 16,-8 1-16,0 4 16,-9 2-16,0 9 15,-3 2-15,10 12 16,3 5-16,1 10 16,6 8-16,3 1 15</inkml:trace>
  <inkml:trace contextRef="#ctx0" brushRef="#br0" timeOffset="-201320.75">19403 8738 0,'0'0'0,"0"0"0,0 0 0,1 4 15,1 3-15,-2-7 16,6 12-16,-2 1 0,-4-13 16,7 15-16,-7-15 15,6 16-15,-6-16 16,0 14-16,0-14 15,0 9-15,-1-8 16,1-1-16,-1-8 16,-1-6-16,0-4 15,2 18-15,-1-21 16,1 21-16,1-23 16,0-1-16,-1 24 15,2-25-15,-2 25 0,3-17 16,-3 17-16,2-12 15,-2 12-15,4-7 16,-4 7 0,5 1-16,4 5 0,-9-6 15,11 10-15,1 2 16,8 1-16,-20-13 16,20 9-16,-1-4 15,-19-5-15,27 2 16,0-6-16,0-3 15,-27 7-15,27-10 0,-27 10 16,23-8-16,-23 8 16,20-7-16,-20 7 15,18-6-15,-18 6 16,12-5-16,-12 5 16,9-1-16,-9 1 15,1 1-15,-1-1 16,-2 3-16,-2 5 15,-4 5-15,-3-2 16,11-11-16,-9 15 0,-1 4 16,0 4-16,-1 2 15,2 2-15,1 1 16,-4-3-16,7 0 16,-1 4-16,0-3 15,-6 2-15,6 0 16,-1-2-16,2-2 15,5-24-15,-7 22 16,7-22-16,-6 21 16,6-21-16,-2 19 0,2-19 15,-1 19-15,1-19 16,-1 15-16,1-15 16,0 16-16</inkml:trace>
  <inkml:trace contextRef="#ctx0" brushRef="#br0" timeOffset="-200555.15">20068 8638 0,'0'0'0,"0"0"0,-2-1 0,2 1 15,-7 3-15,-4 3 16,-5 4-16,-2 4 16,0 2-16,4 2 0,-4 4 15,-2-2-15,2 3 16,1 1-16,2 2 15,15-26-15,-12 27 16,2 3-16,-4 4 16,4 0-16,4-1 15,2-3-15,3-4 16,1-26-16,2 24 16,-2-24-16,8 25 15,4-1-15,-12-24 0,14 25 16,1-8-16,-15-17 15,18 11-15,1-6 16,-19-5-16,21-3 16,-1-5-16,3-5 15,-23 13-15,19-16 16,-4-4-16,-15 20 16,10-23-16,-4-1 15,-4-4-15,-2 28 16,1-26-16,-4 4 0,3 22 15,-10-21-15,-4 4 16,-3 11 0,-4 4-16,1 6 0,-6 9 15,0 0-15,-1 5 16,3 10-16,0 1 16,7 10-16</inkml:trace>
  <inkml:trace contextRef="#ctx0" brushRef="#br0" timeOffset="-197789.51">20640 8672 0,'0'0'0,"0"0"0,0 0 0,-1-2 0,1 2 16,0-12-16,0 12 15,2-13-15,-2 13 16,0-13-16,0 13 16,1-10-16,-1 6 15,0 4-15,-3 5 16,-5 5-16,-1 10 16,-8 1-16,-3 1 0,2 0 15,-4 3 1,0-4-16,1 1 0,-2-2 15,-1-4-15,9 3 16,15-19-16,-20 19 16,2-4-16,18-15 15,-18 15-15,18-15 16,-18 14-16,18-14 16,-16 10-16,16-10 15,-11 4-15,11-4 16,-6 4-16,4-1 0,2-3 15,6 3-15,7-2 16,-13-1-16,16 3 16,7-3-16,-23 0 15,33 4-15,2-2 16,4 3-16,-5-5 16,1 0-16,-35 0 15,31-1-15,-6 1 16,-25 0-16,24-2 15,-24 2-15,18 1 16,-18-1-16,12 1 0,-12-1 16,8 0-16,-8 0 15,4 1-15,-6-1 16,2 0-16,-8 3 16,-1-3-16,-4-6 15</inkml:trace>
  <inkml:trace contextRef="#ctx0" brushRef="#br0" timeOffset="-197351.98">20605 8614 0,'0'0'0,"0"0"0,0 0 0,0 0 16,2 8-16,1 1 16,-1 7-16,-2 7 15,0 2-15,-4 1 16,1 3-16,-1 2 0,1 1 16,0 1-16,-1 0 15,-2 1-15,3 1 16,2-4-16,1-2 15,0-29-15,0 27 16,0-27-16,-2 25 16,2-25-16,-1 23 15,1-23-15,-1 19 16,1-19-16,-1 13 16,1-13-16,-1 4 15,1-4-15,0-1 16,0 1-16,3-7 0,-3 7 15,3-9-15,-3 9 16,6-6-16</inkml:trace>
  <inkml:trace contextRef="#ctx0" brushRef="#br0" timeOffset="-190850.82">5685 10614 0,'0'0'0,"0"0"0,0 0 0,1 1 0,-1-1 15,6 5-15,-6-5 16,8 4-16,-8-4 16,11 4-16,-11-4 15,16-1-15</inkml:trace>
  <inkml:trace contextRef="#ctx0" brushRef="#br0" timeOffset="-174395.96">22395 8703 0,'0'0'0,"0"0"0,0 0 0,1-2 0,-1 2 0,0 0 15,1-8-15,-1 8 0,2-10 16,-2 10-16,2-12 15,-2 12-15,0-13 16,0 13-16,-3-15 16,-6 3-16,-4 1 15,13 11-15,-17-11 16,-1 3-16,18 8 16,-20-8-16,-2 2 15,22 6-15,-20-5 16,20 5-16,-13-4 0,13 4 15,-14 0 1,-2 0-16,2 6 16,14-6-16,-18 8 0,18-8 15,-16 11-15,16-11 16,-13 16-16,13-16 16,-5 17-16,1 0 15,4-17-15,6 19 16,-6-19-16,5 17 15,-5-17-15,11 15 16,5-5-16,4 0 0,-20-10 16,20 7-16,5-1 15,-25-6-15,27 9 16,-2 0-16,-25-9 16,25 12-16,-4 0 15,-21-12-15,20 17 16,-7-3-16,-13-14 15,11 16-15,-11-16 16,8 17-16,-6 4 16,-2-21-16,-6 21 0,-1 1 15,-7-3-15,14-19 16,-18 16-16,-1-5 16,-1-2-16,-2-7 15,5-8-15,17 6 16,-15-8-16,1-4 15,3-7-15,5 0 16,6 19-16,-5-24 16,7 2-16,5-6 15,4 1-15,0 2 0,4 0 16,2 0-16,0 1 16,-17 24-16,21-24 15,-3 4-15,-18 20 16,20-22-16,-20 22 15,16-15-15,-16 15 16,15-12-16,-15 12 16,10-8-16,-10 8 15,7-3-15,-7 3 16,3 0-16,-3 0 0,0 3 16,0-3-16,-3 4 15,3-4-15,-3 4 16,3-4-16,-1 5 15,1-5-15,-2 3 16,2-3-16,0 2 16,0-2-16,0 1 15,0-1-15,0 0 16,0 0-16,0 0 16,0 0-16,0 0 15,0 0-15,0 1 0,0-1 16,-2 5-1,-3 4-15</inkml:trace>
  <inkml:trace contextRef="#ctx0" brushRef="#br0" timeOffset="-172895.95">22765 8615 0,'0'0'0,"0"0"0,-8-3 0,8 3 0,-10 0 15,-4 1-15,-2 9 16,-1 1-16,0 5 16,17-16-16,-18 21 15,2 6-15,-1 3 16,4-1-16,8 4 15,5-33-15,-3 31 16,3-1-16,7 2 16,3-5-16,3-1 15,6-10-15,1-5 16,-20-11-16,23 9 0,3-5 16,0-5-16,1-3 15,-27 4-15,24-9 16,-4-4-16,2-5 15,-4-4-15,-3-2 16,-8-1-16,-2-2 16,-9 0-16,-4 1 15,-3 1-15,-3 3 16,-1 2-16,-4 2 0,-4 4 16,23 14-16,-23-13 15,-2 3-15,25 10 16,-23-2-16,5 7 15,18-5-15</inkml:trace>
  <inkml:trace contextRef="#ctx0" brushRef="#br0" timeOffset="-172083.41">23070 8706 0,'0'0'0,"0"0"0,0 0 0,-3-2 0,3 2 16,-3-6-16,3 6 0,-7-9 16,-3-4-16,10 13 15,-9-19-15,9 19 16,-8-15-16,2-2 16,6 17-16,3-13 15,2 0-15,10 1 16,-15 12-16,20-11 15,1 3-15,3 4 16,-24 4-16,24 3 0,-1 3 16,-23-6-16,25 13 15,-4 4-15,1 5 16,-22-22-16,15 23 16,-8 3-16,-5 1 15,-8-2-15,-2-1 16,-5 0-16,-3 1 15,-1-5-15,0 4 16,1-4-16,0-4 16,1 0-16,15-16 15,-15 15-15,15-15 0,-14 14 16,14-14-16,-13 12 16,13-12-16,-11 8 15,11-8-15,-7 5 16,7-5-16,0 1 15,8-1-15,-8 0 16,21 0-16,5 0 16,7-7-16,-1 3 15,1-2-15,-3 2 16,-30 4-16,34-2 0,-6-2 16,-28 4-16,31-6 15,-31 6-15,20-3 16,-20 3-16,14-2 15,-14 2-15,7-2 16,-7 2-16,4 2 16,-4-2-16,1 5 15</inkml:trace>
  <inkml:trace contextRef="#ctx0" brushRef="#br0" timeOffset="-171317.26">23704 8475 0,'0'0'0,"0"0"0,0 0 0,0-4 0,-5 5 0,-8 6 0,-4-2 16,17-5-16,-19 11 16,-2 7-16,-4 7 15,6 0-15,0-2 16,4 0-16,4 3 15,2 1-15,9-27 16,-8 25-16,3 1 16,4 6-16,1-32 15,3 31 1,3-2-16,-6-29 16,15 26-16,3-3 15,8-1-15,1-8 16,4-4-16,1-1 15,-1-1-15,-1-8 16,-3 2-16,-3-7 16,-24 5-16,23-6 15,1-2-15,-24 8 16,22-8-16,0-5 0,-22 13 16,17-16-16,-4-3 15,-8-3-15,-5 22 16,2-22-16,-6 2 15,4 20-15,-7-16 16,7 16-16,-13-15 16,-4 1-16,-4 4 15,0 3-15,-2 0 16,23 7-16,-21 2 0,-1 3 16,-1 5-16,23-10 15,-23 8-15,23-8 16,-21 15-16,2 2 15,4 10-15,15-27 16,-14 22-16,6 5 16,0 0-16,8-27 15,-3 25-15,1-2 16,3 5-16,-1-28 16,9 27-16</inkml:trace>
  <inkml:trace contextRef="#ctx0" brushRef="#br0" timeOffset="-159250.68">25875 8475 0,'0'0'0,"0"0"0,0-5 0,0 5 15,-2-9-15,-2 0 16,4 9-16,-4-13 0,4 13 16,-8-11-1,-7 1-15,15 10 0,-18-8 16,-2 0-16,20 8 15,-24-9-15,24 9 16,-24-7-16,4 1 16,20 6-16,-23-2 15,23 2-15,-21 3 16,0 7-16,-1 2 16,22-12-16,-17 15 15,17-15-15,-13 18 16,4 1-16,9-19 0,-4 21 15,4-21-15,0 20 16,3 1-16,-3-21 16,8 19-16,-8-19 15,7 19-15,6-3 16,-13-16-16,18 17 16,-2-5-16,-16-12 15,21 10-15,-21-10 0,24 8 16,1-1-16,-25-7 15,27 7-15,-27-7 16,23 8-16,-3 2 16,-20-10-16,15 16 15,-5-1 1,-10-15-16,0 19 0,-5 2 16,-11 4-16,-4 1 15,-2-3-15,22-23 16,-26 19-16,0-3 0,26-16 15,-29 9-15,1-7 16,2-8-16,6-4 16,4-5-16,8-5 15,4-3-15,7-1 16,6-4-16,5-6 16,-1 2-16,6-3 15,0 3-15,9 5 16,-1 5-16,1 3 15,-28 19-15,28-17 16,-28 17-16,25-8 0</inkml:trace>
  <inkml:trace contextRef="#ctx0" brushRef="#br0" timeOffset="-158625.29">26241 8352 0,'0'0'0,"0"0"0,0 0 0,-2 4 15,-4 6-15,-4 3 16,0 5-16,10-18 15,-12 21-15,-3 3 16,-3 3-16,4-1 16,-1 0-16,-1-2 15,4-2-15,12-22 16,-15 20-16,1 1 0,14-21 16,-15 23-16,3-2 15,12-21-15,-9 21 16,9-21-16,-9 17 15,9-17-15,-5 15 16,5-15-16,0 13 16,0-13-16,6 9 15,5-6-15,-11-3 16,20-1-16,4-1 16,3-4-16,4 5 15,-31 1-15,28 0 0,-28 0 16,28 4-16,-28-4 15,27 4-15,-9 3 16</inkml:trace>
  <inkml:trace contextRef="#ctx0" brushRef="#br0" timeOffset="-158359.63">26238 8604 0,'0'0'0,"0"0"0,0 0 0,2 3 15,-1 1-15,-1-4 16,3 10-16,-3 5 16,3 7-16,-3 7 15,2 1-15,-7 3 16,4-1-16,-1-1 15,1 0-15,2-1 0,1 4 16,-2-34-16,4 30 16</inkml:trace>
  <inkml:trace contextRef="#ctx0" brushRef="#br0" timeOffset="-157531.5">26513 8400 0,'0'0'0,"0"0"0,0 0 16,0 4-16,-3 5 16,-5 0-16,-4 7 15,0 0-15,1 4 0,1 2 16,1 2-16,1-1 16,-5 1-16,4-1 15,9-23-15,-5 27 16,-2-2-16,7-25 15,0 28-15,4-5 16,-4-23-16,7 25 16,-7-25-16,7 21 15,3-2-15,-10-19 0,13 17 16,0-2-16,-13-15 16,16 11-16,-16-11 15,16 6-15,1-2 16,-17-4-16,18-1 15,-2-4-15,-16 5 16,15-9-16,1-2 16,-16 11-16,14-15 15,2 0-15,-16 15 16,18-15-16,0-5 16,-18 20-16,14-22 0,2 3 15,-16 19-15,14-22 16,-3 2-16,-11 20 15,8-20-15,-2 1 16,-6 19-16,2-22 16,-2 22-16,2-21 15,-3 0-15,1 21 16,-2-23-16,2 23 16,-4-18-16,0-1 15,4 19-15,-8-17 16,8 17-16,-9-16 0,9 16 15,-12-13-15,12 13 16,-11-13-16,11 13 16,-12-11-16,12 11 15,-15-8-15,-4 2 16,-5 3-16,1 5 16,-4 8-16,-4 1 15,1 7-15,-3 1 16,33-19-16</inkml:trace>
  <inkml:trace contextRef="#ctx0" brushRef="#br0" timeOffset="-155749.89">27012 8314 0,'0'0'0,"0"0"0,0 0 0,0 0 0,0 0 16,0 0-16,0 0 16,0 0-1,0 0-15,2 1 0,-3 4 16,1-5-16,-1 11 15,1-11-15,-2 10 16,2-10-16,1 15 16,0 5-16,4 5 15,1 0-15,1 4 16,-2-1-16,-5-28 0,7 31 16,-4-1-16,-3-30 15,1 35-15,3 1 16,-1-2-16,-3-34 15,-1 30-15,1-30 16,-1 24-16,1-24 16,-3 19-1,3-19-15,-5 17 0,5-17 16,-4 12-16,4-12 0,-8 6 16,8-6-16,-7-1 15,7 1-15,-6-3 16,6 3-16,-6-6 15,3-5-15</inkml:trace>
  <inkml:trace contextRef="#ctx0" brushRef="#br0" timeOffset="-154531.1">27868 8134 0,'0'0'0,"0"0"0,4-2 0,-4 2 15,5-2-15,-5 2 16,2-2-16,-2 2 16,2 2-16,-2-2 15,-1 3-15,1-3 16,-5 7-16,5-7 15,-5 5-15,5-5 16,-4 5-16,4-5 0,-4 5 16,4-5-16,-3 1 15,3-1-15,-1 1 16,1-1-16,0 1 16,0-1-16,0 1 15,0-1-15,0 2 16,0-2-16,-5 2 15,5-2-15,-3 3 16,3-3-16,-2 4 16,2-4-16,-4 5 0,4-5 15,-7 6-15,1-1 16,6-5-16,-9 10 16,9-10-16,-10 8 15,10-8-15,-8 7 16,8-7-16,-8 9 15,8-9-15,-10 6 16,10-6-16,-8 7 16,8-7-16,-10 10 15,10-10-15,-14 10 0,3 2 16,-2 2-16,1 2 16,12-16-16,-13 13 15,-2 4-15,15-17 16,-16 17-16,-2-3 15,3 2-15,15-16 16,-17 17-16,17-17 16,-15 15-16,15-15 15,-12 18-15,12-18 16,-14 17-16,14-17 0,-11 12 16,11-12-16,-6 12 15,6-12-15,-3 6 16,3-6-16,0 3 15,4-1-15,-4-2 16,9 4-16,-9-4 16,12 1-16,0 0 15,-12-1-15,16 0 16,1 1-16,-17-1 16,20 0-16,4 1 15,-24-1-15,26-2 0,5 1 16,4-3-16,-3-4 15,-1 5-15,-2-1 16,-29 4-16,29-3 16,-2 1-16,-27 2 15,33-1-15,-2-4 16,-31 5-16,26 0 16,-26 0-16,21-2 15,-21 2-15,12-1 16,-12 1-16,6 4 0,-9 3 15,3-7-15</inkml:trace>
  <inkml:trace contextRef="#ctx0" brushRef="#br0" timeOffset="-153796.76">27827 8248 0,'0'0'0,"0"0"0,0-6 0,0 6 15,1-10-15,-1 10 16,3-14-16,-3 14 16,5-15-16,-5 15 15,4-15-15,-4 15 0,0-10 16,0 10-16,-1-7 16,1 7-16,-1-2 15,1 2-15,2-2 16,-2 2-16,1-2 15,-1 2-15,4 4 16,-4-4-16,5 2 16,-5-2-16,10 8 15,-10-8-15,8 6 16,-1 7-16,-7-13 0,8 16 16,-8-16-16,5 15 15,-3 2-15,-2 2 16,-6-2-16,6 4 15,-3 4-15,0 0 16,5 9-16,-1 6 16,0 7-16,0 4 15,0 7-15,-4 1 16,0 1-16,-3 3 16,-3-3-16,-7-6 15,1-10-15,-4-11 0</inkml:trace>
  <inkml:trace contextRef="#ctx0" brushRef="#br0" timeOffset="-147155.68">16565 17576 0,'0'0'0,"0"0"0,3 1 0,6 4 16,-9-5-16,15 4 15,4 0-15,8 3 16,4-2-16,2 1 16,1 0-16,3 0 15,-1 0-15,-1-1 16,0 1-16,2 1 15,0-2-15,5-2 0,-1 1 16,4-2-16,3-2 16,1 0-16,0-1 15,5 1-15,-2-1 16,-2 2-16,5 0 16,2-1-16,5 4 15,0 2-15,4-3 16,5 0-16,2-1 15,1-1-15,0-2 16,0 1-16,3 0 16,-2 0-16,5-1 15,-5 2-15,9-3 0,-4 1 16,3 2-16,3-6 16,-1 2-16,-5-2 15,9 2-15,-1 1 16,0 2-16,6-1 15,-2 2-15,-1-1 16,4 1-16,-2 0 16,2-3-16,3 2 15,-1-1-15,-2-5 16,3 1-16,-1 1 0,2 0 16,3-3-16,1 0 15,-6-3-15,4 4 16,0-2-16,-1 5 15,2-5-15,-2 3 16,1 2-16,0-2 16,3 3-16,-2-1 15,1 0-15,0-1 16,-2 5-16,2 2 16,-1 0-16,-1-2 0,1-2 15,0-5-15,-1 8 16,-2-1-16,3 0 15,-3 2-15,1-1 16,-3-2-16,-3 1 16,-3 5-16,3-2 15,-3-1-15,-3-3 16,4-3-16,-2-1 16,-4-2-16,1-1 15,-4 0-15,0 4 0,1 0 16,-1-1-16,0-2 15,4 3-15,-5-1 16,-1 4-16,5 2 16,-7-2-16,2-2 15,-3 0-15,3 0 16,-4 1-16,-4 0 16,-1 0-16,1 2 15,-2-2-15,2 1 16,-4-4-16,-2-1 0,-3 1 15,1 0-15,-4 1 16,1 1-16,-3 3 16,3 0-16,-4-1 15,2-3-15,-3 3 16,0-5-16,-5 1 16,2 6-16,-2-3 15,1 0-15,0-1 16,-2 0-16,-3-1 15,-2 2-15,1-1 16,1 6-16,-2-2 0,-1-1 16,1 3-16,-1 2 15,-1-5-15,1 2 16,-4-3-16,-2 3 16,-1-1-16,-1 1 15,-6 1-15,0 0 16,-4-1-16,-27-3 15,29 0-15,1 2 16,-2-2-16,-28 0 0,26 0 16,-26 0-16,23 0 15,-23 0-15,19 1 16,-19-1-16,20 0 16,-20 0-16,14 0 15,-14 0-15,11 0 16,-11 0-16,8 1 15,-8-1-15,3 2 16,-3-2-16,2 1 16,-2-1-16,0 0 0,0 0 15,0-1-15,0 1 16,-2-2-16,-2 1 16,4 1-16,-9-1 15,6-4-15,3 5 16,-4-11-16</inkml:trace>
  <inkml:trace contextRef="#ctx0" brushRef="#br0" timeOffset="-145530.68">27461 16340 0,'0'0'0,"0"0"0,0 0 0,1-1 0,-2 0 16,1 1-16,-9-4 16,-3 2-16,12 2 15,-16-4 1,-7-1-16,-5-2 0,-4 0 16,1-2-16,1 0 15,-1 3-15,-1-2 16,0 0-16,-2 4 0,-2 1 15,-3 0-15,0 3 16,-2-1-16,-1 2 16,1 1-16,4 5 15,-5 0-15,2 6 16,0 1-16,-5 6 16,2 2-16,-1 4 15,0 4-15,2 1 16,1 3-16,3 0 15,-2 5-15,7 2 16,1-2-16,2 0 0,3 2 16,10 4-16,-4-7 15,4 3-15,6 0 16,0-2-16,5 1 16,-1-2-16,6 1 15,2 1-15,3-6 16,-2 1-16,8 2 15,3-4-15,0 0 16,3 2-16,1-3 0,0-3 16,4-2-16,1 0 15,3-4-15,3-4 16,3 2-16,0-4 16,3 0-16,0-4 15,2-2-15,0-2 16,0 0-16,6-5 15,-4 2-15,3-2 16,1-2-16,3 3 16,-4-2-16,5-1 0,-3-1 15,4-1-15,0 1 16,0-3-16,0-3 16,-3 0-16,5-3 15,-1-3-15,2 0 16,3-2-16,-5-5 15,0 0-15,-2-3 16,5 1-16,-3-3 16,0-3-16,0-3 15,-2 0-15,2-3 16,-5-2-16,-1 1 0,2-2 16,-4-2-16,-3 0 15,-2-3-15,-2 1 16,-2-2-16,-3 1 15,-5 3-15,-1-3 16,-3-3-16,-4 5 16,0 0-16,-8-2 15,0 1-15,-4 4 16,-3-3-16,-6 4 16,-4 1-16,-3 1 0,-4 1 15,-5 1-15,-4 2 16,1 6-16,-7-2 15,-4 3-15,-5 3 16,-5-1-16,-2 3 16,-3 3-16,-3 6 15,-7 3-15,-10 3 16,-2 7-16,-13 7 16,-7 5-16,-8 11 0,-8 10 15,-14 11-15,-6 9 16,-9 14-16</inkml:trace>
  <inkml:trace contextRef="#ctx0" brushRef="#br0" timeOffset="-52297.63">17045 9760 0,'0'0'0,"0"0"0,2-6 0,-2 6 0,3-12 0,0-3 15,-3 15-15,1-20 16,-3 2-16,2 18 15,-8-24-15,0 5 16,-7 2-16,15 17 16,-20-13-16,-3 5 15,-2 6-15,25 2 16,-26-3-16,2 8 16,24-5-16,-23 9 15,23-9-15,-15 12 0,2 5 16,13-17-16,-7 21 15,2-1-15,5-20 16,5 25-16,1-4 16,8 1-16,3-3 15,-17-19-15,22 15 16,-2-1-16,7 4 16,1-3-16,-28-15 15,30 17-15,-2-3 16,-28-14-16,33 19 15,-7-3-15,-5 6 0,-21-22 16,16 21-16,-3 0 16,-5 2-16,-8 0 15,-14-9-15,-6 1 16,-2-1-16,22-14 16,-30 12-16,-1-5 15,31-7-15,-34 4 16,1-4-16,33 0 15,-31-9-15,9-9 16,11-12-16,9-1 16,9-2-16,8-5 0,5-2 15,8 7-15,1-5 16,-1 5-16,2 2 16,-30 31-16,25-22 15,-25 22-15,19-16 16,-5 9-16</inkml:trace>
  <inkml:trace contextRef="#ctx0" brushRef="#br0" timeOffset="-51516.42">17373 9650 0,'0'0'15,"0"0"-15,0 0 0,1 2 0,2 6 16,-3-8-16,2 15 15,-2-15-15,2 14 16,-2-14-16,-1 15 16,1-15-16,-3 10 15,3-10-15,-6 1 16,1-11-16,2-5 16,3 15-16,1-18 15,-1 18-15,2-18 0,-2 18 16,2-17-16,-2 17 15,4-16-15,-4 16 16,6-12-16,-4 5 16,-2 7-16,8-1 15,-8 1-15,13 6 16,1 1-16,7 6 16,1-5-16,4-3 15,-26-5-15,25 2 16,-2-2-16,-23 0 0,26-4 15,1 3 1,-27 1-16,25-2 0,-1-1 16,-24 3-16,18-7 15,-18 7-15,15-6 16,-15 6-16,8-4 16,-8 4-16,3 1 15,-4 4-15,1-5 16,-7 11-16,0 6 0,-6 6 15,4-1-15,0 3 16,-2 2-16,2 1 16,4-2-16,1 0 15,-4 2-15,8-28 16,-7 27-16,7-27 16,-5 27-1,-1-3-15,6-24 0,-8 26 16,5-7-16,10-8 15,-3-11-15,4-10 16</inkml:trace>
  <inkml:trace contextRef="#ctx0" brushRef="#br0" timeOffset="-50953.87">17959 9621 0,'0'0'0,"6"-6"0,1-3 15,2-5-15,-9 14 16,8-17-16,-8 17 16,8-15-16,-8 15 15,1-13-15,-8 9 16,7 4-16,-16 4 0,-7 6 16,-4 9-16,3 0 15,5 3-15,19-22 16,-18 22-16,11 1 15,7-23-15,-3 25 16,5-8-16,-2-17 16,7 17-16,-7-17 15,12 11-15,5-10 16,-17-1-16,20-7 16,0-3-16,-20 10 15,23-19-15,0 1 0,-23 18 16,19-21-16,-19 21 15,17-19-15,-17 19 16,10-16-16,-10 16 16,6-9-16,-6 9 15,3-6-15,-1 8 16,-1 9-16,-2 5 16,2 5-16,0 4 15,1 2-15,-2 1 16,3-1-16,-7-2 15,1 0-15,3-25 0,-4 30 16,0-5-16,-2 2 16,6-27-16,-6 26 15,2-5-15,4-21 16,-3 21-16,3-21 16,-1 16-16</inkml:trace>
  <inkml:trace contextRef="#ctx0" brushRef="#br0" timeOffset="-50484.77">18300 9600 0,'0'0'0,"0"0"0,0 0 0,0 3 0,-4 7 16,-3 9-16,-3 2 0,-5 4 16,3 4-16,-1 0 15,3-3-15,0 3 16,2-3-16,1-3 16,7-23-16,-2 25 15,2-25-15,-2 23 16,5-4-16,-3-19 15,12 16-15,4-6 16,-16-10-16,20 4 16,2-8-16,2-6 0,0-5 15,-4-7 1,-4-1-16,1 3 16,-5 0-16,-6-3 0,-2-1 15,-4-1-15,-3-1 16,-3 1-16,6 25 15,-10-22-15,-7 3 16,-9 3-16,2 6 16,-7 3-16,4 9 15,-1 7-15</inkml:trace>
  <inkml:trace contextRef="#ctx0" brushRef="#br0" timeOffset="-49531.64">17158 10349 0,'0'0'0,"0"0"0,0 0 16,-1-2-16,1 2 16,-4-5-16,-6 0 15,-8-2-15,18 7 0,-21-2 16,-3 3-16,24-1 15,-23 5-15,-1 7 16,24-12-16,-25 15 16,3 3-16,0 4 15,22-22-15,-14 21 16,7-3-16,7-18 16,-3 18-16,6-2 15,-3-16-15,5 15 16,8-6-16,6 2 15,4-3-15,-23-8 16,23 7-16,3-2 0,-26-5 16,26 8-16,-26-8 15,24 11-15,2 2 16,-3 4-16,-13 0 16,-4 0-1,-6-17-15,-8 18 0,-6-4 16,-13 4-16,3-5 15,-4-6-15,28-7 0,-30 7 16,5-4 0,6-8-16,19 5 0,-15-10 15,6-2-15,10-10 16,8 0-16,4-4 16,6 2-16,2-9 15,3 7-15,8 4 16,-1-1-16,-4 2 15,-27 21-15</inkml:trace>
  <inkml:trace contextRef="#ctx0" brushRef="#br0" timeOffset="-48890.47">17432 10382 0,'0'0'0,"0"0"0,3 7 0,2 6 0,0 4 16,-5-17-16,6 21 16,-1-6-16,-5-15 0,-1 16 15,1-16-15,-1 11 16,1-10-16,0-1 15,0-9-15,0-4 16,0 13-16,3-18 16,2-1-16,-5 19 15,6-20-15,-6 20 16,6-14-16,-6 14 16,6-13-16,-6 13 15,4-10-15,-4 10 16,3-5-16,4 4 0,-7 1 15,15 0-15,-15 0 16,18 1-16,7-1 16,3-2-16,-28 2 15,28-5-15,-3 3 16,-25 2-16,24-5 16,-24 5-16,19-4 15,-19 4-15,10-2 16,-10 2-16,8-1 15,-6 7-15,-8 5 0,6-11 16,-6 16 0,0 4-16,-5 10 0,-2-1 15,-2 2-15,2 1 16,0-2-16,4-3 16,0 3-16,4 0 15,-2-1-15,2-2 16,5-27-16,-2 27 15,2-27-15</inkml:trace>
  <inkml:trace contextRef="#ctx0" brushRef="#br0" timeOffset="-48296.75">18031 10338 0,'0'0'0,"0"0"0,2-6 0,-2 6 16,0-7-16,-4-6 0,-3-2 15,-4 6-15,11 9 16,-19 0-16,1 4 15,18-4-15,-26 12 16,2 5-16,24-17 16,-19 22-16,19-22 15,-11 22-15,4 1 16,7-23-16,4 23 16,8-6-16,6-5 15,-18-12-15,22 2 0,1-2 16,-23 0-16,24-13 15,-3 0-15,-21 13 16,16-20-16,-4-1 16,-12 21-16,10-24 15,-10 24-15,7-21 16,-7 21-16,4-17 16,-4 17-16,0-7 15,-1 9-15,-1 12 16,4 5-16,1 5 15,0 0-15,-1-2 0,0 4 16,-2 2-16,0-3 16,-3 0-16,-3 2 15,3-1-15,0-2 16,3-24-16,-3 23 16,3-23-1,-2 23-15,2-7 0,-1-12 16</inkml:trace>
  <inkml:trace contextRef="#ctx0" brushRef="#br0" timeOffset="-47921.28">18282 10344 0,'0'0'0,"0"0"0,-2 3 0,-2 7 16,1 5-16,-7 2 16,8 6-16,-5 1 0,7-24 15,-5 24 1,0 2-16,5-26 0,1 26 16,5-5-16,-6-21 15,10 18-15,9-5 16,5-10-16,1-8 15,2-4-15,-1-7 16,-2 0-16,-5-2 16,-2-6-16,-8-1 15,-9 25-15,6-26 16,-4 0-16,-10 0 0,-4 2 16,-10 9-16,-4 5 15,-9 6-15,-3 4 16,-7 12-16</inkml:trace>
  <inkml:trace contextRef="#ctx0" brushRef="#br0" timeOffset="-34087.52">17090 11085 0,'0'0'0,"0"0"0,0 0 0,-5-3 0,-4-2 16,9 5-16,-16-6 16,-2-1-16,18 7 15,-23-6-15,-2 0 16,-5 4-16,5 2 15,-1 1-15,26-1 16,-29 2-16,3 2 16,2 4-16,0-1 0,4 4 15,2 3 1,5 4-16,-1-3 0,4 3 16,3 0-16,7-18 15,-3 23-15,0-1 16,5 1-16,-2-23 15,7 20-15,5 0 16,6-5-16,4-4 16,1-3-16,3-1 15,-2 0-15,3 1 16,0-1-16,-3 2 0,-24-9 16,24 11-16,-4 3 15,-20-14-15,17 16 16,-17-16-16,13 18 15,-13 3-15,-6-1 16,-12-3-16,-3-7 16,-4-3-16,0-5 15,-5-4-15,10-8 16,-2-2-16,9-5 16,3-5-16,9-5 15,5-4-15,13-1 16,2-2-16,9-2 0,4 2 15,6 0-15,0 4 16,2 6-16,-3 1 16,-2 7-16,-5 4 15,-30 12-15</inkml:trace>
  <inkml:trace contextRef="#ctx0" brushRef="#br0" timeOffset="-33650.02">17292 11140 0,'0'0'0,"0"0"0,5 0 0,-5 0 0,11-1 16,7-3-16,9-1 16,1 0-16,0-2 15,1 1-15,0 3 16,-29 3-16,26-4 16,-26 4-16,23-2 15,-3 7-15,2-1 16,-9 6-16,-1 4 15,-4 5-15,-6 2 16,0 6-16,-3-1 0,-5 5 16,0-2-1,-3 3-15,-2-3 0,1-1 16,10-28-16,-12 28 16,-2-1-16,14-27 15,-13 26-15,1-7 16</inkml:trace>
  <inkml:trace contextRef="#ctx0" brushRef="#br0" timeOffset="-33087.51">17863 11153 0,'0'0'0,"0"0"0,0 0 0,2-5 0,-3-3 15,1 8-15,-4-12 16,-8 2-16,-4-1 0,16 11 16,-24-4-16,2 8 15,22-4-15,-28 9 16,0 4-16,28-13 15,-25 21-15,5 2 16,20-23-16,-13 24 16,8-2-16,5-22 15,5 19-15,4-6 16,7-6-16,4-7 16,1-5-16,0-4 15,-1-5-15,-3-1 16,-17 15-16,21-17 0,-5 2 15,-16 15-15,15-18 16,-15 18-16,15-15 16,-15 15-16,10-8 15,-10 8-15,8 0 16,-5 12-16,-2 10 16,0 12-16,-3 1 15,-2 0-15,-2 2 16,0 1-16,1 0 0,-3-1 15,-3-2-15,3-6 16,8-29-16,-7 26 16,7-26-16,-5 18 15</inkml:trace>
  <inkml:trace contextRef="#ctx0" brushRef="#br0" timeOffset="-32696.92">18086 11140 0,'0'0'0,"0"0"16,0 0-16,3 7 0,-2 6 15,0 8-15,-2 10 16,-4 6-16,-1 4 15,-2 0-15,5-7 16,3-34-16,1 32 16,6-6-16,11-7 0,1-13 15,7-7-15,4-7 16,3-10-16,4-7 16,-4-4-16,5-3 15,-7-4-15,-4-4 16,-4-7-16,-3 5 15,-20 42-15,13-45 16,-9 11-16,-14 4 16,-11 13-16,-11 15 15,-3 6-15,-3 8 16,0 11-16,-4 11 0</inkml:trace>
  <inkml:trace contextRef="#ctx0" brushRef="#br0" timeOffset="-9084.27">17022 12047 0,'0'0'0,"0"0"0,1-4 0,-1 4 0,7-9 16,-3-3-16,-4 12 15,3-17 1,-3 1-16,-4 0 0,4 16 16,-14-15-16,-3 3 15,-2 1-15,-2 2 16,21 9-16,-24-10 15,-2 7-15,-4 1 16,1 2-16,3 1 16,26-1-16,-23 7 0,-1 1 15,24-8-15,-21 13 16,5 2-16,16-15 16,-14 16-16,14-16 15,-8 17-15,8-17 16,-2 16-16,8 1 15,14-4-15,3-1 16,5-8-16,0 3 16,7-2-16,-4 0 15,-2-1-15,-29-4 16,31 9-16,-2 1 0,-3 7 16,-3 1-16,-8 2 15,-8 0-15,-7 2 16,-7-1-16,-2 0 15,-7-4-15,-5-2 16,0-3-16,-3-4 16,-1 0-16,2-10 15,-2-2-15,25 4 16,-26-10-16,5-7 16,8-7-16,7-4 0,5-1 15,10-2-15,8 1 16,2-1-16,7 8 15,2 0-15,4 3 16,-1 5-16,1 0 16,-32 15-16</inkml:trace>
  <inkml:trace contextRef="#ctx0" brushRef="#br0" timeOffset="-8584.27">17207 11944 0,'0'0'0,"0"0"0,0 0 0,0 0 0,7 2 0,-7-2 16,14 0-16,5 0 16,7 0-16,2-5 15,-28 5-15,27-5 16,0-1-16,-27 6 15,29-7-15,-29 7 16,26-5-16,-26 5 16,25-3-16,-25 3 0,19 3 15,-19-3 1,14 10-16,-8 9 0,-7 9 16,-4 2-16,-1 3 15,-6 2-15,-2-3 16,1 0-16,0-1 15,-2-4-15,3-3 16,6-2-16,6-22 16,-6 21-1,6-21-15,-4 17 0</inkml:trace>
  <inkml:trace contextRef="#ctx0" brushRef="#br0" timeOffset="-7959.27">17839 11907 0,'0'0'0,"0"0"0,0 0 0,-3-6 0,-3 1 16,6 5-16,-12-6 16,-6 5-16,-4 4 15,0 8-15,-2 0 16,24-11-16,-21 14 16,2 4-16,19-18 15,-14 20-15,5 2 16,9-22-16,-4 23 0,6-3 15,-2-20-15,9 17 16,3-4-16,7-7 16,-19-6-16,20-3 15,0-4-15,-4-4 16,1-4-16,-17 15 16,18-18-16,-5-2 15,-13 20-15,14-27 16,-14 27-16,11-20 15,-11 20-15,6-20 0,-6 20 16,2-16-16,-1 9 16,-1 7-16,-1 4 15,2 4-15,-4 12 16,1 3-16,0 2 16,0 0-16,-3 4 15,2-1-15,-5-1 16,-2 0-16,5-2 15,5-25-15,-3 27 16,-2-3-16,0 0 0,-1-2 16,6-22-16,-4 21 15,1-12-15</inkml:trace>
  <inkml:trace contextRef="#ctx0" brushRef="#br0" timeOffset="-7490.52">18120 11893 0,'0'0'15,"0"0"-15,1 3 0,-1 5 0,0 6 16,-3 3-16,-2 5 15,-2-3-15,0 2 16,-1 4-16,0-1 16,7 0-16,1-24 15,1 26-15,4-3 16,4-1-16,-9-22 0,12 17 16,-12-17-16,16 14 15,3-5-15,-19-9 16,23 4-1,-1-7-15,2-7 0,-4-5 16,-5-1-16,-2-3 16,-7-2-16,-1 0 15,-3-1-15,0 0 16,-2 22-16,-6-22 16,-1-2-16,-7 3 15,-9-1-15,-4 4 0,-5 4 16,-3 11-16,1 5 15,0 7-15,3 4 16,4 12-16,1 2 16</inkml:trace>
  <inkml:trace contextRef="#ctx0" brushRef="#br0" timeOffset="-6428.04">17020 12740 0,'0'0'0,"0"0"0,-2-6 0,2 6 16,-7-9-16,7 9 16,-2-9-16,2 9 15,-4-13-15,4 13 16,-4-17-16,-3 0 15,-3 3-15,-6 0 16,16 14-16,-18-7 16,-5 3-16,-1 3 0,-2 1 15,0 4-15,3 1 16,23-5-16,-22 10 16,-1 1-16,23-11 15,-21 16-15,1 3 16,20-19-16,-17 22 15,17-22-15,-10 21 16,6-2-16,6-2 16,10-1-16,-12-16 0,17 9 15,5-2-15,7-3 16,3-3-16,-3-2 16,3 7-16,-2-3 15,-30-3-15,26 4 16,-2 3-16,-24-7 15,20 12-15,-4 3 16,-16-15-16,14 20 16,-4 1-16,-12 1 15,2-22-15,-7 20 16,-8-4-16,-9-3 0,-2-5 16,26-8-16,-25 4 15,0-6-15,25 2 16,-26-9-16,4-4 15,22 13-15,-15-22 16,10-4-16,7-5 16,11-3-16,5 2 15,6 0-15,7 0 16,0 6-16,5 2 16,1 1-16,0 3 0</inkml:trace>
  <inkml:trace contextRef="#ctx0" brushRef="#br0" timeOffset="-5928.01">17257 12643 0,'0'0'0,"0"0"0,0 0 0,2 0 16,5 0-16,-7 0 15,14 0-15,2-1 0,-16 1 16,20-6 0,5 0-16,-25 6 0,27-10 15,-3 1-15,-24 9 16,23-10-16,-3 2 16,-20 8-16,18-2 15,-7 5-15,4 4 16,-15-7-16,5 12 15,-1 4-15,-4-16 0,0 22 16,-5 5 0,-6 5-16,0 4 0,0-3 15,-1-3-15,3-3 16,2-6-16,7-21 16,-7 23-16,7-23 15,-2 23-15,1-10 16</inkml:trace>
  <inkml:trace contextRef="#ctx0" brushRef="#br0" timeOffset="-4928.04">17754 12600 0,'0'0'0,"0"0"0,0 0 15,-2 1-15,-2 9 16,-1 7-16,-8 3 16,13-20-16,-12 24 0,3 5 15,-3 2-15,1-2 16,11-29-16,-4 29 15,0-4-15,3-3 16,1-22-16,2 21 16,-2-21-16,5 13 15,5-3-15,-10-10 16,16 1-16,2-7 16,-18 6-16,21-11 0,-4-5 15,-17 16-15,16-29 16,-4 5-16,-2-4 15,-10 28-15,6-25 16,-6 25-16,7-21 16,-7 21-16,1-17 15,-1 17-15,-3-20 16,3 20-16,-5-16 16,5 16-16,-5-12 15,5 12-15,-4-8 16,4 8-16,-3-6 0,3 6 15,-1-2-15,1 2 16,-1 0-16,1 0 16,0 0-16,0 0 15,0 0-15,0 0 16,-4-4-16,4 4 16,-4-3-16,4 3 15,-4-2-15,4 2 16,-2-2-16,2 2 15,0 0-15,0 0 16,4 3-16,-4-3 0,2 1 16,-2-1-16,1 0 15,-1 0-15,-2 0 16,2 0-16,-3-2 16,3 2-16,-2-3 15,2 3-15,-3-1 16,3 1-16,0-2 15,1 2-15,-1 0 16,7 6-16,-7-6 16,7 8-16,-2 6 15,-1 4-15,-4-18 0,7 19 16,-2 6-16,-1-1 16,3 3-16,-7-27 15,6 30 1,-6 1-16,-3-2 0,0 0 15,3-29-15,-7 26 16,-2-4-16,9-22 16,-6 23-16,6-23 15,-5 21-15,5-21 0,-6 20 16,6-20-16,-6 16 16,0-7-1,4-14-15</inkml:trace>
  <inkml:trace contextRef="#ctx0" brushRef="#br0" timeOffset="-4349.88">18216 12640 0,'0'0'0,"0"0"0,0 0 0,0-1 16,0 1-16,-1-5 16,1 5-16,-4-4 0,-4 2 15,-5 4-15,-5 1 16,-4 7-16,6 4 15,1 2-15,15-16 16,-13 19-16,2 5 16,0 5-16,7-2 15,4-27-15,-1 28 16,4-3-16,-3-25 16,7 25-16,5-6 15,-1-2-15,-11-17 16,20 11-16,4-5 0,-24-6 15,25-4-15,4-5 16,3-10-16,-5-3 16,-1-1-16,-4-1 15,-7-3-15,-3-5 16,-12 32-16,6-28 16,-6 2-16,0 26 15,-7-28-15,-7 7 16,-12 4-16,-1 10 15,-6 13-15,-4 2 0,0 10 16,5 3-16,-4 1 16</inkml:trace>
  <inkml:trace contextRef="#ctx0" brushRef="#br0" timeOffset="-3256.13">17053 13495 0,'0'0'0,"0"0"0,0 0 0,1 5 15,-1-5-15,3 4 16,-3-4-16,1 1 0,-1-1 16,-1 1-16,1-2 15,0 1-15,-3-7 16,3 7-16,-4-7 15,-1-2-15,5 9 16,-11-7-16,-1-4 16,-7 2-16,19 9 15,-21-4-15,0 0 16,21 4-16,-23-2 16,-2 8-16,1-2 0,5 6 15,-3-3-15,22-7 16,-21 14-16,3 0 15,18-14-15,-17 18 16,1 1-16,16-19 16,-4 19-16,3 1 15,1-20-15,4 19 16,5-3-16,9-3 16,-18-13-16,18 11 15,4-3-15,1 0 16,-23-8-16,24 8 0,0 0 15,-1 0-15,-23-8 16,20 12-16,-20-12 16,16 13-16,-16-13 15,16 15-15,-8 4 16,-8-19-16,-2 16 16,-8 0-16,10-16 15,-18 13-15,-7-5 16,25-8-16,-31 5 15,4-7-15,-1-2 0,28 4 16,-21-11 0,8-6-16,9-8 0,6-3 15,9 3-15,2-1 16,6-2-16,2 4 16,3 1-16,-1 2 15,2 6-15,1 7 16,-8-4-16,-18 12 15,22-9-15</inkml:trace>
  <inkml:trace contextRef="#ctx0" brushRef="#br0" timeOffset="-2787.42">17251 13441 0,'0'0'0,"0"0"0,0 0 0,0 0 16,0 0-16,4 2 0,4-1 15,-8-1-15,12 0 16,3 0-16,4-1 15,-19 1-15,21-3 16,-21 3-16,18-6 16,-18 6-16,19-4 15,-19 4-15,17 0 16,-17 0-16,15 3 16,-15-3-16,10 8 15,-2 6-15,-2 6 0,-9 1 16,3-21-16,-6 26 15,-3 1-15,9-27 16,-10 31-16,-2 1 16,12-32-16,-9 31 15,1-3-15,8-28 16,-6 26-16,6-26 16,-5 17-16,1-7 15,4-10-15</inkml:trace>
  <inkml:trace contextRef="#ctx0" brushRef="#br0" timeOffset="-2131.13">17770 13433 0,'0'0'0,"0"0"0,0 0 0,1-1 16,-1 1-16,2-6 16,0-2-16,-2 8 15,-7-7-15,0-1 16,7 8-16,-13-7 15,13 7-15,-15-5 16,0 5-16,15 0 16,-16 3-16,0 5 0,16-8 15,-14 13-15,2 2 16,12-15-16,-11 17 16,8 3-16,3-20 15,-3 21-15,5-5 16,-2-16-16,8 12 15,5-5-15,5-4 16,-2-9-16,2 2 16,-18 4-16,13-10 15,2 2-15,-15 8 16,14-12-16,-14 12 0,13-13 16,-13 13-16,7-13 15,-7 13-15,4-9 16,-4 9-16,3-5 15,0 10-15,-3-5 16,0 11-16,-1 7 16,-2 8-16,-1 4 15,2-1-15,-3 4 16,0-4-16,2 2 16,3-31-16,-3 29 15,1 0-15,2-29 0,-1 31 16,5-8-16,4-16 15,5-12-15,0-6 16</inkml:trace>
  <inkml:trace contextRef="#ctx0" brushRef="#br0" timeOffset="-1631.16">18185 13319 0,'0'0'0,"0"0"0,0 0 0,0-1 0,0 1 15,0 0-15,-7 7 16,1 8-16,-6 4 0,-3 5 15,4 1-15,2-1 16,9-24-16,-10 23 16,2 1-16,8-24 15,-6 25-15,3-2 16,3-23-16,3 24 16,3-8-16,-6-16 15,14 12-15,4-9 16,8-6-16,-4-8 15,-1-5-15,-1-1 0,1-3 16,-6-5-16,4-1 16,-4 0-16,1 3 15,-16 23-15,11-24 16,-5 0-16,-3 1 16,-3 23-16,-4-18 15,-4 1-15,-10 8 16,-4 5-16,-11 5 15,-5 10-15,-3 6 16,-2 5-16,-2 2 16</inkml:trace>
  <inkml:trace contextRef="#ctx0" brushRef="#br0" timeOffset="-428.03">17069 14465 0,'0'0'0,"0"0"0,0 0 0,0 0 0,0 0 16,-2-4-16,2 4 15,-5-4-15,-3-4 16,8 8-16,-15-10 16,-3-1-16,-4 2 15,22 9-15,-23-5 16,-1-2-16,24 7 16,-22-7-16,-2 7 0,24 0 15,-24 1-15,24-1 16,-19 4-16,19-4 15,-19 11-15,19-11 16,-14 17-16,2 2 16,2-1-16,10-18 15,-5 22-15,5-22 16,-6 17-16,6-17 16,7 16-16,6-4 15,7-2-15,-20-10 16,21 7-16,3-2 0,0 2 15,-2-4-15,-22-3 16,23 4-16,0 0 16,-23-4-16,23 10 15,-8 0-15,-15-10 16,13 14-16,-13-14 16,5 15-16,-9 0 15,4-15-15,-14 17 16,-3-7-16,-2 1 15,19-11-15,-25 4 16,2-5-16,23 1 0,-19-6 16,7-7-16,3-9 15,10-3-15,8-3 16,5-1 0,5-5-16,8 4 0,-3 0 15,5-2-15</inkml:trace>
  <inkml:trace contextRef="#ctx0" brushRef="#br0" timeOffset="134.91">17303 14366 0,'0'0'0,"0"0"0,2-4 16,-2 4-16,1-5 16,7-2-16,9-2 15,-17 9-15,16-8 0,5-3 16,2 1-16,-23 10 16,26-13-16,0 0 15,-26 13-15,24-9 16,-24 9-16,21-7 15,-21 7-15,17 1 16,-3 5-16,-14-6 16,5 17-16,-6 5 15,-6 7-15,-4 3 16,2-1-16,-3 1 0,-1 4 16,-1-3-16,1-5 15,13-28-15,-10 29 16,10-29-16,-7 24 15,3-6-15,6-14 16,3-13-16</inkml:trace>
  <inkml:trace contextRef="#ctx0" brushRef="#br0" timeOffset="744.29">17860 14273 0,'0'0'0,"0"0"0,0 0 16,2-4-16,-3-4 16,1 8-16,-5-13 15,-2-1-15,7 14 16,-16-13-16,0 4 0,-6 4 15,22 5-15,-24 2 16,4 4-16,2 5 16,18-11-16,-15 15 15,7 5-15,8-20 16,-6 23-16,6-23 16,-3 21-16,7 1 15,-4-22-15,13 15 16,3-5-16,2-8 15,2-2-15,-5-9 0,0 1 16,-15 8-16,17-11 16,-3-1-1,4-6-15,-18 18 0,13-19 16,-13 19-16,11-15 16,-11 15-16,9-12 15,-9 12-15,5-7 16,-3 7-16,-2 0 15,0 8-15,-4 7 16,-1 8-16,2 4 16,-1 1-16,3 2 0,2 0 15,-3 2-15,-1-2 16,3-30-16,-3 34 16,1-5-16,1-1 15,1-28-15,3 23 16,4-12-16,4-16 15,4-7-15,2-12 16</inkml:trace>
  <inkml:trace contextRef="#ctx0" brushRef="#br0" timeOffset="1134.91">18192 14245 0,'0'0'0,"0"0"0,0 0 16,0 0-16,0 6 16,-4 9-16,-4 4 15,4 5-15,-4 0 16,5 0-16,3-24 16,-6 23-16,6 2 15,0-25-15,0 23 0,0-23 16,7 18-16,4-3 15,-11-15-15,21 8 16,-3-5-16,6-8 16,-4-8-16,-4-3 15,-4-3-15,-1-5 16,-3-2-16,-3 1 16,-5 25-16,2-27 15,-2 27-15,4-26 16,-9 4-16,-10 4 0,-8 6 15,-7 10-15,-3 10 16,4 5-16,-5 4 16,4 2-16</inkml:trace>
  <inkml:trace contextRef="#ctx0" brushRef="#br0" timeOffset="2041.13">17176 15365 0,'0'0'0,"0"0"0,0 0 0,-1-3 0,1 3 15,-3-3-15,3 3 16,-6-7-16,-3 0 16,9 7-16,-12-10 15,12 10-15,-13-12 16,0 0-16,13 12 15,-10-15-15,-1 2 16,11 13-16,-12-13 16,-1 0-16,13 13 15,-15-11-15,-4 5 0,-1 3 16,-2 7-16,-3 6 16,25-10-16,-22 15 15,1 5-15,-3 3 16,6 1-16,18-24 15,-13 25-15,13-25 16,-9 21-16,9-21 16,-2 22-16,2-22 15,4 19-15,8 1 0,-12-20 16,21 16-16,4-5 16,7-1-16,-32-10 15,31 8-15,-1 0 16,-30-8-16,32 9 15,-8 2-15,-24-11 16,21 16-16,-9 3 16,-12-19-16,6 18 15,-9 3-15,3-21 16,-14 15-16,14-15 16,-18 11-16,-5-4 0,-6-6 15,2-7-15,2-1 16,1-3-16,9-4 15,6-3-15,9-1 16,6-9-16,9-4 16,5 1-16,5-4 15,4-2-15,3-1 16,2 2-16</inkml:trace>
  <inkml:trace contextRef="#ctx0" brushRef="#br0" timeOffset="2572.42">17370 15232 0,'0'0'0,"0"0"0,0 0 16,0 0-16,0 0 16,-1 1-16,1-1 15,1 0-15,-1 0 16,4 0-16,8-1 15,-12 1-15,18-5 0,4-2 16,4-1-16,-26 8 16,26-3-16,-26 3 15,19-1-15,-19 1 16,17-1-16,-7 6 16,-10-5-16,6 13 15,-6 5-15,-4 7 16,-3 5-16,-2 1 15,-2 2-15,0-3 16,2 4-16,-3-4 0,5-2 16,-1-6-16,8-22 15,-8 23-15,8-23 16,-4 16-16,4-11 16</inkml:trace>
  <inkml:trace contextRef="#ctx0" brushRef="#br0" timeOffset="3181.76">17854 15144 0,'0'0'0,"0"0"0,0 0 0,0 0 16,-2-1-16,-9-4 15,-1 1-15,-6 2 16,18 2-16,-19-2 16,-4 5-16,23-3 15,-25 10-15,4 1 0,2 3 16,1 1-16,18-15 15,-14 17-15,10-1 16,4-16-16,3 20 16,3-4-16,-6-16 15,14 11-15,6-4 16,-20-7-16,21 5 16,1-8-16,-22 3 15,23-6-15,0-4 0,-23 10 16,23-15-16,-23 15 15,19-16-15,-19 16 16,18-16-16,-18 16 16,11-14-16,-11 14 15,5-10-15,-1 9 16,-11 8-16,3 6 16,4-13-16,-10 21 15,-1 6-15,1 4 16,4 5-16,0 2 15,3-4-15,-5 2 0,4 0 16,4-36-16,-7 35 16,2-5-16,5-30 15,3 31-15,4-14 16,5-17-16,-4-10 16</inkml:trace>
  <inkml:trace contextRef="#ctx0" brushRef="#br0" timeOffset="3604.59">18109 15232 0,'0'0'0,"0"0"0,-2 8 0,3 9 0,-6 9 16,2 3-16,3-29 16,-3 32-1,1 0-15,2-32 0,2 32 16,-2-32-16,3 23 16,-3-23-16,3 21 15,4-9-15,-7-12 16,16 5-16,-2-10 15,2-8-15,2-6 16,-2-2-16,-2-3 16,-2-5-16,-3 4 0,-1-7 15,-3 0-15,-5 32 16,4-32-16,-5 7 16,-7 5-16,-5 8 15,-7 5-15,-8 12 16,-2 10-16,-1 11 15,-1 2-15,-2 4 16</inkml:trace>
  <inkml:trace contextRef="#ctx0" brushRef="#br0" timeOffset="4542.08">17195 16192 0,'0'0'0,"0"0"0,0 0 0,0-1 0,0 1 15,-6-7-15,-4-2 16,10 9-16,-13-14 15,3 1-15,-3 1 16,13 12-16,-13-13 16,-2 5-16,15 8 15,-18-7-15,-3 5 16,1 4-16,20-2 16,-22 9-16,-3 2 15,4 6-15,3 3 0,18-20 16,-17 21-16,5 2 15,12-23-15,-8 25 16,5-1-16,3-24 16,3 24-16,8-5 15,-11-19-15,14 17 16,5-4-16,2 1 16,-21-14-1,22 11-15,-1 3 0,6 0 16,-27-14-16,23 17 15,-3 2-15,-20-19 0,14 21 16,-6 0-16,-12 3 16,4-24-16,-11 22 15,-6-4-15,-4-6 16,21-12-16,-25 11 16,1-6-16,24-5 15,-25-3-15,5-4 16,4-11-16,9-4 15,5-4-15,10-3 0,2-5 16,2 1-16,5-1 16,3 4-16,1-2 15,0-2-15,5 1 16</inkml:trace>
  <inkml:trace contextRef="#ctx0" brushRef="#br0" timeOffset="5042.09">17376 16118 0,'0'0'0,"0"0"0,0 0 0,3-1 16,1-1-16,-4 2 15,12-3-15,0-2 0,-12 5 16,16-5-16,5-3 16,-21 8-16,34-10 15,-3-2-15,0-2 16,1 4-16,-32 10 15,28-8-15,-28 8 16,19-2-16,-19 2 16,15 2-16,-9 7 15,-6-9-15,-1 15 16,-2 2-16,-9 7 16,0 2-16,12-26 0,-14 30 15,2 0-15,-5 6 16,7 0-16,10-36 15,-10 39-15,1-3 16,9-36-16,-9 37 16,9-37-16,-6 29 15,6-29-15</inkml:trace>
  <inkml:trace contextRef="#ctx0" brushRef="#br0" timeOffset="5682.71">17904 16136 0,'0'0'0,"0"0"0,0 0 0,3-3 0,-3 3 0,1-4 16,-2-3-16,-6-2 16,-4 1-16,11 8 15,-17-8-15,17 8 16,-15-8-16,15 8 16,-18-8-16,2 7 15,16 1-15,-19 3 16,4 7-16,2 5 15,3 3-15,10-18 0,-4 20 16,2 1 0,2-21-16,2 20 0,5-2 15,6-3-15,-13-15 16,16 9-16,5-5 16,-4-8-16,7 1 15,-24 3-15,17-10 16,-17 10-16,16-12 15,-16 12-15,15-12 16,-15 12-16,10-12 16,-10 12-16,4-11 0,-4 11 15,3-2-15,0 8 16,-7 14-16,1 3 16,-2 9-16,-1 3 15,-1 2-15,1 2 16,3 2-16,-4-1 15,4 0-15,-4-4 16,4-2-16,3-34 16,-3 31-16,3-31 15,-3 23-15,5-13 16</inkml:trace>
  <inkml:trace contextRef="#ctx0" brushRef="#br0" timeOffset="6104.55">18233 16177 0,'0'0'0,"0"0"0,0 7 0,-2 11 0,-5 3 15,4 4-15,-4 2 16,-1 0-16,8-27 16,-1 25-16,1-25 15,0 24-15,0-24 16,0 23-16,6-10 16,-6-13-16,16 9 15,-1-10-15,1-9 16,2-6-16,-4-4 0,-1-4 15,1-2-15,-3-3 16,-7 0-16,3-1 16,-2-2-16,-6 5 15,-3 3-15,4 24 16,-4-23-16,-6 4 16,-4 5-16,-8 9 15,-4 6-15,-8 13 16,1 5-16,-1 6 0,3-1 15</inkml:trace>
  <inkml:trace contextRef="#ctx0" brushRef="#br0" timeOffset="7104.59">17207 17194 0,'0'0'0,"0"0"0,0 0 0,-2 0 0,2 0 15,-2-3-15,-5-1 16,7 4-16,-12-2 16,-4-1-16,-9 2 0,-2 1 15,2 8 1,-1-2-16,-1 5 0,5 3 16,-1 4-16,23-18 15,-16 18-15,1 3 16,15-21-16,-12 21 15,6-2-15,6-19 16,-5 20-16,8-5 16,5-1-16,-8-14 15,14 10-15,4-3 16,3-2-16,-21-5 16,23 9-16,-2-1 15,3 2-15,-24-10 0,21 12 16,-2 6-16,-6 4 15,-2 3-15,-11-25 16,2 24-16,-3 1 16,1-25-16,-6 28 15,-5-5-15,11-23 16,-15 17-16,1-3 16,14-14-16,-21 7 15,21-7-15,-17 1 0,1-9 16,2-7-16,14 15 15,-8-21-15,6-5 16,7-9-16,3-2 16,3-3-16,7 0 15,2 3-15,1 2 16,4 4-16,2-1 16,-6 0-16,1 2 15,1 1-15,-2 4 16,-3 5-16</inkml:trace>
  <inkml:trace contextRef="#ctx0" brushRef="#br0" timeOffset="7573.34">17448 17215 0,'0'0'0,"0"0"0,0 0 0,0 0 16,0 0-16,1-4 0,-1 4 16,1-5-16,5-6 15,-6 11-15,10-12 16,5-2-16,2-1 15,-17 15-15,23-7 16,-23 7-16,21-4 16,2 3-16,-5 7 15,-18-6-15,19 8 0,-8 8 16,-6 5 0,-8 5-16,2 0 0,-2 3 15,-3 1-15,3 3 16,-3 3-16,1 2 15,-1-4-15,-2 0 16,8-34-16,-8 31 16,8-31-16,-3 26 15,3-26-15,1 17 16,5-11-16,8-15 16,2-13-16,1-3 0</inkml:trace>
  <inkml:trace contextRef="#ctx0" brushRef="#br0" timeOffset="8136.24">17918 17249 0,'0'0'0,"0"0"0,0 0 0,4 0 0,-4 0 16,5-2-1,-5 2-15,1-5 0,-6 0 16,5 5-16,-10-10 16,-6 1-16,16 9 15,-20-7-15,1 2 16,19 5-16,-21-1 16,4 1-16,-2 6 15,19-6-15,-15 12 16,-1 0-16,4 7 15,12-19-15,-7 20 0,7-20 16,0 18-16,3 2 16,-3-20-16,11 15 15,3-10-15,5-4 16,-19-1-16,19-7 16,0-3-16,4-5 15,-6-2-15,-17 17 16,17-18-16,0 1 15,-17 17-15,12-19 0,-12 19 16,10-12-16,-10 12 16,8-7-16,-8 7 15,3-6-15,-2 9 16,-4 11-16,-4 7 16,1 8-16,-3 5 15,-2 4-15,4 5 16,-2 5-16,0-2 15,0-2-15,1-5 32,1-5-32,7-34 0,-5 28 15,3-7-15,5-16 16</inkml:trace>
  <inkml:trace contextRef="#ctx0" brushRef="#br0" timeOffset="8604.99">18165 17276 0,'0'0'0,"5"8"0,-6 7 0,-2 9 16,-2 0-16,-6 5 16,1 0-16,4-3 15,3 0-15,3-26 16,3 22-16,-3-22 16,9 16-16,11-9 0,6-7 15,1-3 1,1-7-16,-1-7 0,-6-4 15,1-1-15,-4-2 16,-4 1-16,-4-5 16,-4 1-16,-11-6 15,-4 0-15,-7 0 16,-3-1-16,-8 4 16,-1 3-16,-6 7 15,-5 9-15,0 6 0,0 9 16,-6 10-16,2 7 15</inkml:trace>
  <inkml:trace contextRef="#ctx0" brushRef="#br0" timeOffset="204246.54">19722 9519 0,'0'0'0,"0"0"0,0 0 0,0-8 0,0 8 15,-2-8-15,2 8 0,-5-10 16,-6 1-16,11 9 16,-16-3-16,-1 10 15,-4 4-15,1 9 16,-2 4-16,0-2 15,4 2-15,4-3 16,3 4-16,0 4 16,4-3-16,0 1 15,3-1-15,3-2 16,6-4-16,2 1 0,3-3 16,-10-18-16,15 17 15,4-5-15,3-5 16,-22-7-1,26 5-15,-1-7 0,0-4 16,-25 6-16,27-12 16,-3-5-16,-24 17 15,22-24-15,-2 1 16,-20 23-16,10-24 16,-6 5-16,-7 2 15,-10 12-15,-8 4 0,-9 9 16,-6 5-16,1 6 15,0 6-15,35-25 16,-41 32-16,41-32 16,-29 31-16</inkml:trace>
  <inkml:trace contextRef="#ctx0" brushRef="#br0" timeOffset="204916.54">20122 9467 0,'0'0'0,"0"0"0,0-2 0,0 2 16,-1-10-16,-3 1 0,-6 4 16,-7 0-16,-5 2 15,0 11-15,-3 0 16,-1 4-16,2 1 16,4 8-16,3 0 15,8 1-15,9-22 16,-6 21-16,6-21 15,1 23-15,6-4 16,-7-19-16,12 16 16,9-4-16,-21-12 15,24 2-15,1-9 0,1-1 16,-7-5-16,-19 13 16,22-21-16,-2-1 15,-20 22-15,13-21 16,-13 21-16,12-24 15,-12 24-15,8-20 16,-8 20-16,2-14 16,-2 14-16,0-8 15,-2 9-15,-2 11 0,-1 7 16,4 4-16,1 4 16,-2 0-16,-2 4 15,3 4-15,0-4 16,-2 3-16,0-3 15,-1 2-15,4-33 16,-9 28-16,2 1 16,7-29-16,-3 26 15,3-26-15,-4 25 16,3-7-16,1-18 0,6 12 16</inkml:trace>
  <inkml:trace contextRef="#ctx0" brushRef="#br0" timeOffset="205606.54">20322 9590 0,'0'0'0,"0"0"0,0 0 0,4 3 0,-4-3 16,3 1-16,-3-1 15,2 3-15,-2-3 16,2 1-16,1-2 16,-3 1-16,11-4 15,2 0-15,9-3 16,2-1-16,0 2 15,-24 6-15,30-8 16,1 1-16,-31 7 0,36-7 16,-3 4-16,-33 3 15,27-5-15,-4 3 16,-23 2-16,22 4 16,-22-4-16,15 7 15,-15-7-15,11 12 16,-3 7-16,-8 3 15,0-22-15,-4 24 16,0-2-16,-1 5 0,2 1 16,-6-8-16,2 6 15,3-2-15,-5-4 16,9-20-16,-8 23 16,-1-2-16,9-21 15,-7 19-15,-3 1 16,10-20-16,-7 21 15,-3-1-15,10-20 16,-7 21-16,7-21 16,-10 17-16,10-17 0,-9 14 15,9-14-15,-5 10 16,5-10-16,-3 8 16,3-8-16,-2 3 15,2-3-15,-1 0 16,1 0-16,0-1 15,0 1-15,0-2 16,0 2-16</inkml:trace>
  <inkml:trace contextRef="#ctx0" brushRef="#br0" timeOffset="206906.53">19547 10330 0,'0'0'0,"0"0"0,0 0 0,0 3 15,0-3-15,-3 3 0,-7-1 16,10-2-16,-17 4 15,-2 4-15,-1 10 16,-5 1-16,4 4 16,2 0-16,5 4 15,3 2-15,-2 2 16,3 0-16,-1 0 16,2-3-16,6-4 15,3-24-15,0 23 16,0-23-16,4 19 0,8-2 15,-12-17-15,18 17 16,1-8-16,-19-9 16,21-4-16,3-3 15,0-7-15,-6-3 16,-18 17-16,23-15 16,-3-1-16,-20 16 15,12-21-15,-12 21 16,10-20-16,-10 20 15,3-16-15,-9 5 0,-10 11 16,-1 7-16,-7 8 16,3 3-16,-1 6 15,22-24-15,-20 21 16,20-21-16</inkml:trace>
  <inkml:trace contextRef="#ctx0" brushRef="#br0" timeOffset="207576.54">19896 10340 0,'0'0'0,"0"-5"0,0 5 16,7-7-16,-7 7 15,10-10-15,1-4 0,-11 14 16,13-18-16,2 3 16,-15 15-16,18-9 15,3 5-15,-21 4 16,23 0-16,-6 9 15,-2 6-15,-15-15 16,8 21-16,-5 0 16,-9 6-16,-3-7 15,9-20-15,-16 21 16,-1-3-16,17-18 0,-19 15 16,19-15-16,-19 9 15,19-9-15,-14 8 16,14-8-16,-9 1 15,8-1-15,8-3 16,7-2-16,5 1 16,3 2-16,-1 6 15,0 1-15,-21-5 16,26 14-16,-2 2 16,-24-16-16,18 21 15,-2-1-15,-10 4 0,-8-4 16,-6 2-16,8-22 15,-15 18-15,-4-3 16,19-15-16,-27 12 16,27-12-16,-28 10 15,-2-2-15,30-8 16,-26 5-16,26-5 16,-21 4-16,10-4 15,8-9-15</inkml:trace>
  <inkml:trace contextRef="#ctx0" brushRef="#br0" timeOffset="208016.54">20409 10376 0,'0'0'0,"0"0"0,0 0 16,0 3-16,-2 6 0,2-9 16,-7 17-16,-2 4 15,9-21-15,-11 27 16,0-1-16,11-26 16,-4 31-16,2-4 15,2-27-15,2 25 16,9-4-16,7-2 15,4-7-15,2-11 16,-3-2-16,2-5 0,-3-6 16,0 0-16,-2-3 15,1-1-15,-5-3 16,-3-2-16,0-2 16,-9-1-16,-2 24 15,0-25-15,-6 0 16,-9 1-16,-4 4 15,-6 4-15,-7 7 16,-3 4-16,-1 6 16,-2 6-16,2 5 15,1 5-15</inkml:trace>
  <inkml:trace contextRef="#ctx0" brushRef="#br0" timeOffset="209406.54">19421 11118 0,'0'0'0,"0"0"0,5 0 0,-5 0 16,10 0-16,6-2 15,12 0-15,1-1 16,0 0-16,7 0 0,-4 0 15,-3 2-15,-29 1 16,32-1-16,-32 1 16,25-2-16,-25 2 15,16 0-15,-7 3 16,-14-3-16,5 0 16</inkml:trace>
  <inkml:trace contextRef="#ctx0" brushRef="#br0" timeOffset="209906.54">19424 11101 0,'0'0'0,"0"0"0,0 0 16,-1 0-16,1 0 16,-6 2-16,0 4 15,6-6-15,-12 9 16,6 4-16,6-13 15,-4 17-15,4-17 16,-3 19-16,5 0 0,-2-19 16,8 19-16,7-6 15,-15-13-15,18 7 16,5 0-16,1-5 16,-24-2-16,25 0 15,1 1-15,-1-1 16,-25 0-16,24 2 15,-6 4-15,-18-6 16,17 5-16,0 7 16,-17-12-16,18 17 15,-5 4-15,1 4 0,-4 1 16,-10-26-16,-1 24 16,-6-4-16,-5-3 15,12-17-15,-17 16 16,-6-7-16,-3 0 15,26-9-15,-26 3 16,4 1-16,22-4 16,-26 0-16,26 0 15,-20-1-15,5-6 16,7-7-16</inkml:trace>
  <inkml:trace contextRef="#ctx0" brushRef="#br0" timeOffset="210446.54">20194 11018 0,'0'0'0,"0"0"0,0 0 0,0 0 16,-5 5-16,-5 8 16,-4 2-16,-1 5 15,-3 0-15,4 7 16,0-3-16,-4-1 16,18-23-16,-15 24 15,2 2-15,5-3 16,6 1-16,5-3 0,-3-21 15,10 20-15,5-8 16,6-5-16,1-4 16,2-5-16,-24 2 15,24-6-15,2-4 16,0-5-16,-2-4 16,-24 19-16,21-19 15,-6 0-15,-15 19 16,14-22-16,-14 22 15,3-15-15,-9 5 0,-8 8 16,-6 6-16,20-4 16,-26 10-16,-2 7 15,-2 1-15,5 1 16,25-19-16,-18 20 16,18-20-16,-13 19 15</inkml:trace>
  <inkml:trace contextRef="#ctx0" brushRef="#br0" timeOffset="211166.54">20550 11125 0,'0'0'0,"0"0"0,-2-6 0,1 0 16,1 6-16,-3-12 15,0 0-15,3 12 0,-8-13 16,8 13-16,-6-15 16,6 15-16,-3-15 15,3 15-15,1-15 16,-1 15-16,6-16 15,8 2-15,8 7 16,4-1-16,-26 8 16,28-1-16,1 5 15,-29-4-15,31 8 16,-4 3-16,-5 8 0,-2 1 16,-7 0-16,-6 2 15,-8-4-15,1-18 16,-5 21-1,-7 2-15,-8 5 0,0-2 16,-7-2-16,5 0 16,-3-3-16,-2-1 15,1 1-15,2-2 16,1 4-16,23-23 16,-28 21-16,28-21 15,-22 18-15,22-18 0,-20 18 16,8-3-16,12-15 15,0 10-15,8-3 16,12-3-16,4-3 16,6-2-16,2-2 15,2-2-15,-3 1 16,-2-1-16,-29 5 16,31 0-16,-31 0 15,28-3-15,-28 3 16,24 1-16,-24-1 0,17-1 15,-17 1-15,11-1 16,-11 1 0,7-1-16,-7 1 0,0 4 15,0-4-15,-3 5 16,-2 1-16,5-6 16,-12 8-16</inkml:trace>
  <inkml:trace contextRef="#ctx0" brushRef="#br0" timeOffset="212836.53">19794 11922 0,'0'0'0,"0"0"0,0 0 0,2 1 0,-2 2 0,-6 6 16,6-9-16,-10 11 16,-4 1-16,-6 5 15,-3 0-15,-3 2 16,2-1-16,0 0 15,24-18-15,-25 19 16,0 0-16,25-19 16,-20 17-16,20-17 15,-19 16-15,19-16 16,-13 14-16,13-14 16,-8 10-16,8-10 0,-4 7 15,4-7-15,2 7 16,10-2-16,8-4 15,-20-1-15,25 2 16,4-1-16,5-4 16,3 6-16,-3-6 15,-34 3-15,32-1 16,-3-2-16,-29 3 16,30 3-16,-30-3 0,23 3 15,-23-3-15,16 2 16,-4-2-16,-8-9 15</inkml:trace>
  <inkml:trace contextRef="#ctx0" brushRef="#br0" timeOffset="213106.54">19828 11930 0,'0'0'0,"0"0"0,0 0 0,0 3 0,0-3 16,2 7-16,-6 8 15,6 9-15,0 1 16,-6 4-16,1-3 16,0 6-16,-2-4 15,1 5-15,0 1 16,5 1-16,1-2 15,1-3-15,-3-3 0,0-27 16,4 22-16,-4-22 16</inkml:trace>
  <inkml:trace contextRef="#ctx0" brushRef="#br0" timeOffset="213746.54">20266 11933 0,'0'0'16,"0"0"-16,0 0 0,0-7 0,0-4 15,0 11-15,-4-12 16,-6-2-16,10 14 15,-17-6-15,-1 3 16,18 3-16,-23 3 16,2 7-16,21-10 15,-21 13-15,8 3 0,2 5 16,11-21-16,-3 19 16,5 2-16,7-3 15,-9-18-15,12 14 16,4-7-16,-16-7 15,22 3-15,0-6 16,4-4-16,-2-5 16,-4-2-16,-20 14 15,20-15-15,-3 1 16,-17 14-16,14-14 0,-14 14 16,11-12-16,-11 12 15,10-11 1,-10 11-16,5-5 0,-5 5 15,4 1-15,-4 5 16,0 9-16,0 5 16,1 4-16,2 0 15,-2 0-15,-1 4 16,2-1-16,1 4 16,-3-3-16,1 0 15,-1-28-15,0 27 0,0 0 16,0-27-16,-1 25 15,1-25-15,2 19 16</inkml:trace>
  <inkml:trace contextRef="#ctx0" brushRef="#br0" timeOffset="214336.54">20673 11850 0,'0'0'0,"0"0"0,0 0 0,-1 1 16,0 6-16,1 6 16,0 4-16,-7 4 15,-1 3-15,-1-2 16,-1 5-16,-3-2 15,-2-1-15,4 0 16,11-24-16,-9 25 0,2-1 16,7-24-16,0 25 15,10-4-15,2-2 16,6-6-16,2-6 16,1-4-16,0-4 15,-21 1-15,22 0 16,-2-4-16,2-5 15,-22 9-15,20-7 16,-3-3-16,-17 10 0,15-13 16,-15 13-16,11-14 15,-11 14-15,9-15 16,-9 15-16,8-16 16,-8 16-16,4-15 15,-4 15-15,5-10 16,-5 10-16,3-7 15,-3 7-15,0-3 16,0 3-16,1 2 16,-1 7-16,1 9 15,0 6-15,-1 3 0,0 5 16,4 3-16,-2-1 16,1 7-16,-2 1 15,-1 0-15,1-2 16,1 1-16,-2-5 15</inkml:trace>
  <inkml:trace contextRef="#ctx0" brushRef="#br0" timeOffset="-213160.19">19824 12580 0,'0'0'0,"0"0"0,0 0 0,0 0 0,-3 6 16,-2 1-16,5-7 16,-10 12-16,-4 5 15,-8 5-15,1 0 16,0 0-16,-2-1 15,3-2-15,20-19 0,-20 17 16,-2 0-16,0 1 16,22-18-16,-23 18 15,5 0-15,18-18 16,-23 16-16,10-1 16,13-15-16,-13 17 15,13-17-15,-8 11 16,8-11-16,-2 8 15,7-3-15,-5-5 16,16 2-16,6-6 0,3-1 16,6-1-16,0 5 15,-4-3-15,-27 4 16,29-1-16,1 0 16,-30 1-16,29 0 15,-29 0-15,24-1 16,-24 1-16,21 1 15,-8-5-15</inkml:trace>
  <inkml:trace contextRef="#ctx0" brushRef="#br0" timeOffset="-212860.2">19763 12662 0,'0'0'0,"0"0"0,0 0 0,3-1 16,-3 1-16,2 0 15,-2 0-15,2 5 16,1 8-16,-3-13 0,-1 21 16,-1 4-16,0 6 15,-3-3-15,2 4 16,2-3-16,0-3 15,5 4-15,0-2 16,-4-28-16,2 25 16,-2-25-16,4 25 15,-4-25-15,4 21 16</inkml:trace>
  <inkml:trace contextRef="#ctx0" brushRef="#br0" timeOffset="-212250.19">20112 12662 0,'0'0'0,"0"0"0,0 0 15,5-4-15,5-3 16,-10 7-16,14-11 0,1 0 16,5 0-16,0 2 15,-20 9-15,19 0 16,-1 4-16,-18-4 16,21 11-16,-7 5 15,-14-16-15,14 22 16,-5 4-16,-5 2 15,-8 2-15,-4-1 16,-2-4-16,-5-3 0,-6 2 16,3 0-16,-7-1 15,25-23-15,-21 21 16,3 0-16,18-21 16,-17 18-16,17-18 15,-10 16-15,5-5 16,11-4-16,7-2 15,4-5-15,5-1 16,1-3-16,7 0 0,-1-2 16,-29 6-16,30-4 15,-2-3-15,-28 7 16,29-6-16,-29 6 16,23-4-16,-23 4 15,18 0-15,-18 0 16,13 2-16,-13-2 15,6 3-15,-4-3 16</inkml:trace>
  <inkml:trace contextRef="#ctx0" brushRef="#br0" timeOffset="-201330.19">20605 12641 0,'0'0'15,"0"0"-15,0 0 0,-2-4 0,2 4 0,-2-3 16,-2 2-16,-6 7 0,10-6 16,-9 10-16,-3 3 15,12-13-15,-14 16 16,4 3-16,10-19 15,-12 25-15,12-25 16,-8 23-16,8-23 16,-5 22-16,5-22 15,-1 19-15,1-19 16,2 14-16,3-6 16,-5-8-16,15 5 15,-15-5-15,17 6 0,4 3 16,-21-9-16,23 9 15,-1 0-15,0-3 16,-2 6-16,-20-12 16,20 11-16,-20-11 15,13 14-15,-2 3 16,-11-17-16,5 20 16,-7 0-16,0-2 15,-8-3-15,10-15 0,-14 14 16,-6-2-16,-1-3 15,21-9-15,-25 10 16,2 0-16,23-10 16,-27 9-16,1-4 15,26-5-15,-26 5 16,3-6-16,8-8 16</inkml:trace>
  <inkml:trace contextRef="#ctx0" brushRef="#br0" timeOffset="-201010.19">20587 12676 0,'0'0'0,"0"0"0,0 0 16,7-2-16,-7 2 0,12 1 15,3 3-15,-15-4 16,21 10-16,8-2 16,5-2-16,-2 4 15,6-2-15,-4 0 16,3-1-16,-37-7 15,30 10-15</inkml:trace>
  <inkml:trace contextRef="#ctx0" brushRef="#br0" timeOffset="-198680.19">19469 13437 0,'0'0'0,"0"0"0,0 0 15,-2-3-15,2 3 16,1-2-16,3-1 16,-4 3-16,16-1 0,1-3 15,-17 4-15,23-5 16,2 1-16,3 0 15,-28 4-15,29-3 16,-10 0-16,1-1 16,-20 4-16,19 2 15,-19-2-15,12 1 16,-12-1-16,7 4 16,-5 5-16,-6 4 15,-8 3-15,-1 6 16,-2 1-16,-6-3 0,0-1 15,21-19-15,-22 20 16,2 0-16,20-20 16,-17 19-16,17-19 15,-16 15-15,16-15 16,-8 12-16,8-2 16,0-10-16,9 7 15,6-6-15,-15-1 16,22 0-16,1 0 15,-23 0-15,25 6 16,1-2-16,-26-4 0,30 6 16,-6 5-16,-1 2 15,-23-13-15,19 13 16,-8 8-16,-11-21 16,2 19-16,-6 2 15,4-21-15,-13 22 16,-9-4-16,22-18 15,-27 20-15,-5-3 16,32-17-16,-38 15 16,3-3-16,1 0 15,34-12-15,-29 4 0,29-4 16,-26 5-16,5-3 16</inkml:trace>
  <inkml:trace contextRef="#ctx0" brushRef="#br0" timeOffset="-198120.19">19991 13436 0,'0'0'0,"0"0"0,0 0 0,0 1 16,1 6-16,-4 5 0,3-12 16,-10 14-16,0 6 15,10-20-15,-13 19 16,-1-1-16,14-18 15,-10 20-15,10-20 16,-4 18-16,6-4 16,-2-14-16,9 12 15,6-3-15,2 0 16,-17-9-16,23 6 16,-2 1-16,-21-7 15,25 12-15,-2-5 0,-23-7 16,19 12-16,-3-1 15,-16-11-15,11 13 16,-11-13-16,8 14 16,-6 4-16,-2-18 15,-2 17-15,-7-2 16,-8-1-16,17-14 16,-21 15-16,-2-3 15,-7-5-15,30-7 16,-28 9-16,28-9 0,-28 9 15,-1-5-15,5-8 16</inkml:trace>
  <inkml:trace contextRef="#ctx0" brushRef="#br0" timeOffset="-197790.19">19958 13475 0,'0'0'0,"0"0"0,0 0 0,7-2 15,6-3-15,-13 5 16,22-6-16,5 1 15,1 1-15,2 1 16,-2-2-16,0 4 16,-5 1-16,-23 0 15,26 2-15,-4 0 0,-22-2 16,23 4-16,-4 4 16,-5 3-16,-14-11 15,16 6-15</inkml:trace>
  <inkml:trace contextRef="#ctx0" brushRef="#br0" timeOffset="-197120.19">20470 13416 0,'0'0'0,"0"0"0,0 0 0,0-1 16,0 1-16,1 0 16,-2-3-16,1 3 15,-9-7-15,9 7 16,-8-1-16,-6 4 16,-4 4-16,18-7 15,-13 13-15,-2 0 0,15-13 16,-14 14-16,4 2 15,5 6-15,-2 1 16,7-23-16,-4 24 16,-1 2-16,-3-1 15,8-25-15,-7 26 16,6 2-16,1-28 16,3 23-16,-3-23 15,9 24-15,1-1 0,-10-23 16,21 17-16,-4-7 15,6-5-15,-23-5 16,26 0-16,-3-6 16,0-1-16,-23 7 15,23-12-15,-3 0 16,-20 12-16,15-16 16,-15 16-16,15-16 15,-15 16-15,10-17 16,-10 17-16,6-16 0,-6 16 15,0-17-15,0 17 16,-4-12-16,-8 4 16,12 8-16,-18-5 15,0 11-15,1 7 16,1 3-16,-2-1 16,3 7-16,15-22 15,-14 24-15,0 0 16,1 3-16,13-27 15,-7 28-15,3-1 16,4-27-16</inkml:trace>
  <inkml:trace contextRef="#ctx0" brushRef="#br0" timeOffset="-194680.19">19603 14361 0,'0'0'0,"0"0"16,2-4-16,-2 4 0,1-12 0,4-3 15,-5 15-15,3-20 16,-3 20-16,3-20 16,3-1-16,-6 21 15,7-20-15,-7 20 0,7-19 16,-7 19-16,9-20 15,2 0-15,-11 20 16,15-14-16,1 4 16,-16 10-16,19-4 15,1 8-15,-2 3 16,-18-7-16,9 13 16,-5 4-16,-11 7 15,-4 1-15,-4 5 16,-2-4-16,-1 0 0,-3-3 15,0 0-15,-2-1 16,3-2-16,1-1 16,19-19-16,-18 16 15,18-16-15,-15 16 16,15-16-16,-8 15 16,8-15-16,-2 12 15,6-3-15,9-5 16,7-2-16,-20-2 15,25-4-15,-1 0 16,-24 4-16,31-4 0,-5 3 16,-26 1-1,26-2-15,-26 2 0,23 3 16,-23-3-16,19 5 16</inkml:trace>
  <inkml:trace contextRef="#ctx0" brushRef="#br0" timeOffset="-194030.19">20120 14230 0,'0'0'0,"0"0"0,0 0 16,-3-3-16,3 3 16,-5-4-16,-6-1 15,-10 5-15,-10 2 16,3 3-16,0 4 16,28-9-16,-29 11 0,5-1 15,24-10-15,-17 15 16,17-15-16,-15 17 15,15-17-15,-7 16 16,8 3-16,11-1 16,-12-18-16,14 13 15,8 0-15,-22-13 16,25 11-16,1 1 16,-26-12-16,32 11 0,1 3 15,-3 2-15,-30-16 16,23 17-16,-1 4 15,-22-21-15,15 23 16,-5-2-16,-8 0 16,-6-1-16,4-20 15,-13 14-15,-3-1 16,-8-3-16,24-10 16,-26 5-16,1-5 15,4-6-15,4-7 16,3-2-16,14 15 0,-13-16 15,6-5-15,7-5 16,3 2-16,4 0 16,3 1-16,4 0 15,2 3-15,3 3 16,-19 17-16,21-17 16,4 0-16,1 3 15,-2 2-15,-24 12 16,26-6-16,-26 6 15,22-2-15,-22 2 0,18 3 16</inkml:trace>
  <inkml:trace contextRef="#ctx0" brushRef="#br0" timeOffset="-193250.19">20564 14121 0,'0'0'0,"0"0"0,0 0 0,0 0 15,0 0-15,-4 0 16,-9 2-16,-4 5 16,-4 3-16,21-10 0,-22 11 15,2 4-15,-1 1 16,-1 3-16,8 1 16,0 4-16,3 0 15,1 0-15,4-1 16,6-23-16,-7 25 15,3-1-15,5 6 16,-1-30-16,7 28 16,2-1-16,-9-27 15,12 26-15,6-5 16,0-10-16,3-2 0,1-4 16,-22-5-16,23-1 15,-2-1-15,5-5 16,1-1-16,-27 8 15,21-12-15,2-3 16,-1-3-16,-5 0 16,-17 18-16,11-18 15,-11 18-15,7-21 16,-7 21-16,4-20 16,-4 20-16,-4-20 0,-4-2 15,8 22-15,-12-17 16,-3 7-16,15 10 15,-19-6-15,2 10 16,-4 6-16,21-10 16,-18 16-16,2 5 15,16-21-15,-16 28 16,1 1-16,6 3 16,0 1-16,6-2 15,4-2-15,2-3 0,-3-26 16,4 25-16,4-2 15,-8-23-15</inkml:trace>
  <inkml:trace contextRef="#ctx0" brushRef="#br0" timeOffset="-191090.19">19592 15145 0,'0'0'0,"0"0"0,0 0 16,-1 2-16,1-2 15,-2 4-15,2-4 16,-2 2-16,2-2 16,-4-3-16,4 3 0,-3-5 15,3 5-15,-5-7 16,5 7-16,-5-10 16,5 10-16,-3-9 15,3 9-15,-6-12 16,6 12-16,-4-13 15,0-1-15,4 14 16,4-14-16,-4 14 16,8-13-16,-8 13 15,16-11-15,4 3 16,-20 8-16,24-2 0,-3 2 16,-21 0-1,21 2-15,-21-2 0,19 10 16,-3 4-16,-16-14 15,15 19-15,-3 4 16,-11 3-16,-1-26 16,1 25-16,-7 1 15,-4 1-15,10-27 16,-12 26-16,-2-1 16,14-25-16,-19 25 0,3-1 15,1-2-15,15-22 16,-17 18-16,6 1 15,11-19-15,-16 14 16,16-14-16,-10 11 16,10-11-16,-7 7 15,7-7-15,1 6 16,4 0-16,-5-6 16,13 3-16,5-4 15,-18 1-15,22-3 16,0-1-16,-22 4 0,27-3 15,-27 3-15,24-2 16,-24 2-16,25 3 16,-25-3-16,20 8 15,-4 2-15,-16-10 16,12 1-16</inkml:trace>
  <inkml:trace contextRef="#ctx0" brushRef="#br0" timeOffset="-190680.19">20012 15054 0,'0'0'0,"0"0"0,0 0 16,0 0-16,0 0 0,-1 1 15,1-1-15,-3 5 16,-5 5-16,1 6 16,7-16-16,-6 19 15,-2 2-15,0 3 16,2 1-16,1-1 15,5-24-15,-4 27 16,2 1-16,3 3 16,-2-4-16,1-27 15,0 26-15,0-26 16,1 23-16,-1-23 0,-1 20 16,4-6-16,-2-12 15</inkml:trace>
  <inkml:trace contextRef="#ctx0" brushRef="#br0" timeOffset="-190030.19">20243 15072 0,'0'0'0,"0"0"0,0 0 0,1 3 15,-2 5-15,1 5 16,0-13-16,-4 16 0,-2 2 16,6-18-16,-9 20 15,0-4-15,9-16 16,-5 18-16,5-18 15,0 12-15,0-12 16,0 8-16,0-8 16,2 4-16,-2-4 15,7 0-15,2-6 16,-9 6-16,14-6 16,-14 6-16,17-5 15,-17 5-15,19-9 16,-19 9-16,23-5 0,2 3 15,-3 2-15,-22 0 16,27 3-16,-27-3 16,21 5-16,0 6 15,-3 2-15,-18-13 16,15 14-16,-15-14 16,9 17-16,-1 2 15,-8-19-15,0 22 16,-4-1-16,4-21 15,-8 20-15,-4 0 0,12-20 16,-20 19-16,2-3 16,18-16-16,-23 16 15,3-3-15,-4-3 16,24-10-16,-20 10 16,0-2-16,20-8 15,-23 7-15,23-7 16,-19 3-16,4-7 15,6-11-15</inkml:trace>
  <inkml:trace contextRef="#ctx0" brushRef="#br0" timeOffset="-189590.19">20270 15056 0,'0'0'0,"0"0"0,0 0 0,0 0 0,0 0 0,0 0 16,0 0-16,0 0 15,0 0-15,0 0 16,3 2-16,-3-2 16,10-1-16,5-2 15,11 0-15,1-3 16,-27 6-16,37-6 16,0 0-16,5 0 0,-5-1 15,-37 7-15,40-5 16,-8 1-16,-32 4 15,32-3 1,-32 3-16,25-1 0,-25 1 16,20-1-16,-9 0 15,-11 1-15,4 5 16,-10 3-16,-4 1 16</inkml:trace>
  <inkml:trace contextRef="#ctx0" brushRef="#br0" timeOffset="-187860.19">19640 15898 0,'0'0'0,"0"0"0,0 0 16,0-1-16,0 1 15,0-1-15,0 1 16,4 2-16,-4-2 16,3 2-16,-3-2 15,1 0-15,-1 0 0,0 0 16,0 0-16,0-1 16,0 1-16,-1-2 15,1 2-15,-1-1 16,2 3-16,-1-2 15,1 10-15,-1 3 16,0-13-16,0 20 16,2 3-16,2 8 15,-4-31-15,6 31 16,0 2-16,-3 5 0,-1-5 16,-1-3-16,-1-30 15,-2 27-15,-5-2 16,4-2-16,3-23 15,-7 20-15,7-20 16,-4 18-16,4-18 16,-7 15-16,-4-7 15,3-14-15</inkml:trace>
  <inkml:trace contextRef="#ctx0" brushRef="#br0" timeOffset="-186760.2">19958 15960 0,'0'0'0,"0"0"0,0 0 16,0 0-16,0 0 15,0 2-15,0 3 16,-5 3-16,-2 4 16,7-12-16,-10 15 15,-3 2-15,13-17 16,-17 21-16,3-4 15,14-17-15,-13 19 0,13-19 16,-11 19-16,11-19 16,-11 18-16,2-1 15,9-17-15,-6 18 16,6-18-16,-4 14 16,4-14-16,0 13 15,0-13-15,3 8 16,-3-8-16,4 7 15,-4-7-15,9 5 0,-9-5 16,13 4 0,-13-4-16,16 3 0,3-1 15,-19-2-15,24-1 16,3-1-16,-27 2 16,24-2-16,-2 1 15,-22 1-15,27-3 16,-27 3-16,22-1 15,-22 1-15,22-1 16,-22 1-16,18-2 0,-18 2 16,16 0-16,-16 0 15,8 0-15,-8 0 16,5-1-16,-5 1 16,0-4-16,0 4 15,-4-5-15,4 5 16,-6-5-16,6 5 15,-5-8-15,5 8 16,-9-5-16,9 5 16,-7-4-16,7 4 15,-4-4-15,4 4 0,-3-1 16,3 1-16,-2 0 16,2 0-16,-3 0 15,3 0-15,0 0 16,0 0-16,-1 0 15,1 0-15,-2 1 16,2-1-16,0 3 16,0-3-16,0 6 15,0-6-15,0 9 16,0-9-16,-1 11 16,1-11-16,1 14 0,-1-14 15,3 18-15,-3-18 16,3 20-16,-1 1 15,-2-21-15,1 24 16,2 1-16,-3-25 16,3 25-16,0 0 15,-2-2-15,-1-23 16,0 23-16,0-3 16,0-20-16,-2 19 15,2-19-15,-1 13 0,1-13 16,1 8-16,-1-8 15,2 6-15,-1-5 16,-1-10-16,2-4 16</inkml:trace>
  <inkml:trace contextRef="#ctx0" brushRef="#br0" timeOffset="-185860.19">20441 15904 0,'0'0'0,"0"0"0,0 0 0,0 0 0,0 0 16,2 1-16,-3 3 15,-4 5-15,5-9 16,-7 12-16,-1 6 15,2 3-15,6-21 16,-11 24-16,-1 3 16,3 3-16,2-4 0,-6-2 15,6-1-15,7-23 16,-7 22-16,1 2 16,6-24-16,-6 25 15,6-25-15,-8 19 16,8-19-16,-8 20 15,8-20-15,-6 17 16,6-17-16,-3 11 16,3-11-16,4 4 15,-4-4-15,12 3 0,4-6 16,4-2-16,-20 5 16,20-8-16,2 1 15,-4-4-15,-18 11 16,22-7-16,-22 7 15,16-7-15,-16 7 16,15-8-16,-15 8 16,12-6-16,-12 6 15,13-8-15,-13 8 16,11-9-16,-11 9 0,9-7 16,-9 7-16,4-9 15,-4 9-15,-4-8 16,4 8-16,-6-4 15,6 4-15,-7-5 16,7 5-16,-6-2 16,6 2-16,-3 0 15,3 0-15,-2 0 16,1 1-16,1-1 16,-1 9-16,2 1 15,-3 5-15,5 3 0,-2 6 16,-3 1-16,2 7 15,3 3-15,-3 0 16,-3-1-16,2-1 16,1-33-16,-7 38 15,0-8-15,7-30 16</inkml:trace>
  <inkml:trace contextRef="#ctx0" brushRef="#br0" timeOffset="-183490.19">19852 16796 0,'0'0'0,"0"0"0,0 0 0,0-1 15,0 1-15,0-5 16,0 5-16,-2-6 0,2 6 16,-7-8-16,7 8 15,-6-10-15,6 10 16,-9-7-16,9 7 16,-11-4-16,11 4 15,-12-3-15,12 3 16,-9-1-16,9 1 15,-7 0-15,7 0 16,-4 0-16,12 0 16,-8 0-16,13 0 0,6-3 15,-19 3-15,23-3 16,5-1-16,-28 4 16,30-3-16,-30 3 15,27-4-15,2 1 16,-29 3-16,26-1 15,-26 1-15,19 0 16,-19 0-16,18-1 16,-18 1-16,12 1 15,-12-1-15,8-1 0,-8 1 16,3-1-16,-3 1 16,1 0-16,-1 0 15,-2 1-15,2-1 16,-5 0-16,5 0 15,-5 1-15,5-1 16,-5 4-16,5-4 16,-3 7-16,-2 6 15,5-13-15,-3 19 16,-3 2-16,2 4 16,4-25-16,-9 25 0,5 1 15,-1 6-15,0-1 16,2-1-16,1 1 15,-4-3-15,0-1 16,3 0-16,0-1 16,3-26-16,-3 24 15,-1-5-15,4-19 16,-6 21-16,6-21 16,-5 15-16,5-15 15,-3 18-15,3-18 0,-6 10 16,6-10-16,-4 8 15,1-10-15,5-10 16,-2-6-16</inkml:trace>
  <inkml:trace contextRef="#ctx0" brushRef="#br0" timeOffset="-182650.19">20283 16974 0,'0'0'0,"0"0"0,0 0 16,-1 0-16,1 0 15,-4-5-15,0-1 0,4 6 16,-12-9-16,12 9 16,-6-12-16,0-3 15,6 15-15,-2-18 16,2 18-16,-3-18 16,3 18-16,8-18 15,-8 18-15,10-18 16,3 0-16,-13 18 15,18-12-15,-18 12 16,18-8-16,-18 8 16,17 1-16,1 5 0,-18-6 15,18 13-15,-5 3 16,0 7-16,-4 0 16,-3 0-16,-5-1 15,-2 0-15,-3-1 16,-1 1-16,-2 0 15,7-22-15,-6 23 16,-4 3-16,10-26 16,-16 27-16,2 0 15,-4 1-15,18-28 0,-19 26 16,5-4-16,14-22 16,-18 18-16,18-18 15,-16 16-15,16-16 16,-14 14-16,14-14 15,-9 12-15,9-12 16,-8 13-16,8-13 16,-4 8-16,4-8 15,-3 7-15,3-7 16,3 5-16,3-1 16,-6-4-16,12 2 0,7-1 15,8 0-15,-1-3 16,0-2-16,0 3 15,-1-5-15,0 0 16,-25 6-16,23-3 16,-23 3-16,22-2 15,-22 2-15,24-1 16,-24 1-16,22 0 16,-22 0-16,20 0 0,-5-2 15,-4-7-15</inkml:trace>
  <inkml:trace contextRef="#ctx0" brushRef="#br0" timeOffset="-178560.2">22500 9610 0,'0'0'0,"0"0"0,0 0 0,-1-2 16,1 2-16,-4-7 15,4 7-15,-2-11 16,4 0-16,-2 11 15,-5-12-15,5 12 16,-2-16-16,0 1 16,-6-2-16,8 17 15,-13-16-15,13 16 16,-11-14-16,-3 3 0,14 11 16,-20-13-16,20 13 15,-19-14-15,1 3 16,18 11-16,-25-8 15,0 5-15,25 3 16,-21 4-16,2 5 16,19-9-16,-18 12 15,18-12-15,-14 14 16,5 0-16,9-14 16,-4 22-16,1-6 15,3-16-15,2 18 0,6-2 16,8-3-16,-16-13 15,13 11-15,5 1 16,4 0-16,-22-12 16,23 5-16,-3 3 15,-20-8-15,26 6 16,-5 1-16,-21-7 16,19 10-16,-19-10 15,21 10-15,-4 1 16,-17-11-16,13 15 0,-13-15 15,11 14-15,-4 2 16,-5 6-16,-2-22 16,-4 23-16,-6-5 15,-2-1-15,-4-2 16,16-15-16,-19 15 16,19-15-16,-18 10 15,-4-1-15,22-9 16,-21 7-16,0-6 15,21-1-15,-16-6 16,16 6-16,-19-13 0,5-4 16,14 17-16,-12-20 15,7 0-15,5 20 16,-1-24-16,6 1 16,-5 23-16,12-25 15,3 0-15,3-2 16,-2 3-16,-16 24 15,16-25-15,-16 25 16,17-21-16,0 3 16,-17 18-16,17-15 0,-17 15 15,13-9-15,-13 9 16,8 2 0,-8-2-16</inkml:trace>
  <inkml:trace contextRef="#ctx0" brushRef="#br0" timeOffset="-177920.19">22728 9534 0,'0'0'0,"0"0"0,0 0 0,0 0 0,0 0 16,-1 1-16,1-1 15,-5 5-15,-2 4 16,-2 3-16,9-12 15,-9 17-15,1 5 16,-2 1-16,10-23 16,-10 21-16,4 4 15,6-25-15,-3 29 16,6 0-16,-3-29 16,6 28-16,2-2 0,-8-26 15,13 25-15,-3-8 16,-10-17-16,17 11 15,-1-3-15,-16-8 16,21 3-16,1-8 16,-22 5-16,23-8 15,-1 1-15,-2-9 16,-20 16-16,16-18 16,0 1-16,-2-5 15,-2-4-15,-12 26 16,7-25-16,-4 0 0,-3-3 15,-7 4-15,7 24 16,-11-22-16,1 0 16,-7-1-16,-2 5 15,-3 4-15,22 14 16,-26-11-16,26 11 16,-27-5-16,27 5 15,-24 5-15,3 1 16</inkml:trace>
  <inkml:trace contextRef="#ctx0" brushRef="#br0" timeOffset="-177060.19">23356 9492 0,'0'0'0,"0"0"0,0 0 0,0-3 16,0 3-16,-2-7 15,-3-1-15,5 8 16,-10-9-16,-7-3 16,-5 1-16,-5 5 0,27 6 15,-28-3-15,1 10 16,1 0-16,26-7 16,-21 13-16,4 3 15,17-16-15,-19 20 16,8 1-16,4 1 15,7-22-15,-1 20 16,1-20-16,1 21 16,7-3-16,-8-18 15,11 13-15,5-6 16,-16-7-16,18 6 0,-18-6 16,20 0-16,-1-6 15,0-4-15,-19 10 16,19-8-16,-3-7 15,-16 15-15,17-16 16,-3 1-16,-14 15 16,14-17-16,-6 0 15,-8 17-15,9-16 0,-9 16 16,9-12-16,-9 12 16,6-9-16,-6 9 15,3-4-15,-3 4 16,3-1-16,-3 1 15,-1 6-15,-1 6 16,2-12-16,-3 19 16,0 4-16,-1 7 15,-4 0-15,8-30 16,-3 31-16,-1-1 16,4-30-16,-3 33 15,3-1-15,-2-2 0,4-2 16,-2-28-16,2 25 15,-2-25-15,4 21 16,-4-21-16,0 18 16,0-18-16,3 13 15,-3-13-15,0 7 16,0-7-16,-3 5 16,3-8-16,-4-11 15</inkml:trace>
  <inkml:trace contextRef="#ctx0" brushRef="#br0" timeOffset="-174350.19">23527 9522 0,'0'0'0,"0"0"0,0 0 16,1-3-16,-1 3 0,2-9 15,-2 9-15,7-5 16,3-5-16,6 4 16,-16 6-16,19-6 15,-2 0-15,-17 6 0,21-9 16,3 2-16,-24 7 16,28-10-16,-6 3 15,-22 7-15,28-1 16,-28 1-16,23 0 15,-23 0-15,21 1 16,-21-1-16,15 7 16,-2 3-16,-13-10 15,4 15-15,-5 0 16,1-15-16,-10 22 16,-5-6-16,-6 4 0,21-20 15,-21 15-15,-1-1 16,22-14-16,-21 9 15,21-9-15,-17 11 16,17-11-16,-15 8 16,15-8-16,-9 6 15,9-6-15,-6 1 16,6-1-16,1-2 16,6-3-16,-7 5 15,12-5-15,-12 5 16,19-2-16,4 1 0,0-2 15,-2 9-15,-21-6 16,21 6-16,-5-2 16,-16-4-16,22 11 15,-7 1-15,-15-12 16,17 16-16,-17-16 16,12 21-16,-12-21 15,8 20-15,-5 4 16,-3-24-16,-4 25 15,-5-4-15,9-21 0,-15 17 16,-2-1-16,17-16 16,-19 10-16,-3 0 15,0-4-15,22-6 16,-22 3-16,2-1 16,20-2-16,-21 0 15,21 0-15,-19 1 16,19-1-16,-18-2 15,18 2-15,-14-3 16,14 3-16,-13-5 0,13 5 16,-7-2-16,7 2 15,-6-4-15,6 4 16,-2-1-16,2 1 16,-1-2-16,1 2 15,1-2-15,-1 2 16,0-4-16,0 4 15,2 0-15,-2 0 16,7-1-16,-1 7 16</inkml:trace>
  <inkml:trace contextRef="#ctx0" brushRef="#br0" timeOffset="-171590.19">22484 10360 0,'0'0'0,"0"0"0,0-6 0,0 6 0,0-12 15,1-1-15,-1 13 0,-3-15 16,3 15-16,-5-15 15,5 15-15,-5-10 16,-3 2-16,8 8 16,-15-7-16,0 2 15,15 5-15,-19-2 16,-2-3-16,21 5 16,-27-3-16,5 2 15,22 1-15,-25 7 16,25-7-16,-23 8 15,3 2-15,20-10 16,-19 12-16,19-12 0,-17 15 16,17-15-16,-9 14 15,4 2 1,5-16-16,2 20 0,-2-20 16,3 17-16,3-4 15,-6-13-15,11 14 16,4-3-16,-15-11 15,19 11-15,5-5 16,1-2-16,3-1 0,0-2 16,-28-1-16,24 1 15,2 2-15,-2 0 16,-3 4-16,-21-7 16,19 14-16,-19-14 15,12 14-15,-12-14 16,11 16-16,-2 3 15,-8 1-15,-10-2 16,-2 0-16,11-18 16,-14 16-16,-5-1 0,19-15 15,-23 9-15,-3-4 16,-1 0-16,27-5 16,-26 2-16,3-5 15,23 3-15,-21-7 16,21 7-16,-17-7 15,17 7-15,-16-13 16,5-2-16,5-3 16,6 18-16,0-18 0,3-2 15,-3 20-15,8-24 16,5 0-16,6-2 16,1 2-1,2-1-15,-22 25 0,24-19 16,0 1-16,-24 18 15,19-17-15,-19 17 16,17-14-16,-17 14 16,13-7-16,-13 7 15,5 2-15</inkml:trace>
  <inkml:trace contextRef="#ctx0" brushRef="#br0" timeOffset="-171050.19">22751 10257 0,'0'0'15,"0"0"-15,0 0 0,4 2 0,-4-2 0,6 2 16,-2 5-16,-4-7 16,3 13-16,-3-13 0,2 12 15,-5 7-15,3-19 16,-4 20-16,0 2 15,0 3-15,2 1 16,1-3-16,4 2 16,-1-2-16,1 0 15,-1 0-15,-2-23 16,2 25-16,-1 0 16,-1-25-16,0 25 15,0-25-15,0 22 16,0-22-16,0 22 0,0-22 15,0 14-15,0-14 16,2 9-16,-2-9 16,2 3-16,-2-3 15,1 1-15,-1-1 16,0 0-16,0 0 16,0 1-16,0-1 15,-2 0-15</inkml:trace>
  <inkml:trace contextRef="#ctx0" brushRef="#br0" timeOffset="-168820.19">23183 10206 0,'0'0'0,"0"0"0,0 0 0,0-2 16,0 2-16,-1-4 15,-2 3-15,3 1 16,-11-5-16,-1 6 15,-5 3-15,-3 3 16,20-7-16,-20 12 16,0-1-16,20-11 15,-23 14-15,2 4 16,-1 2-16,22-20 16,-20 23-16,0 2 0,5 2 15,15-27-15,-12 29 16,5-4-16,7-25 15,-3 25-15,4 2 16,-1-27-16,6 23 16,1-2-16,-7-21 15,11 24-15,-11-24 16,12 19-16,3-4 16,4-4-16,-19-11 15,20 10-15,-20-10 0,19 1 16,2-3-16,1-4 15,-22 6-15,21-5 16,-21 5-16,18-9 16,-18 9-16,15-11 15,-15 11-15,10-14 16,-10 14-16,6-15 16,-6-2-16,0 17 15,-6-16-15,-7 4 16,13 12-16,-16-10 15,16 10-15,-15-3 0,-2 2 16,17 1-16,-19 7 16,3 4-1,1 6-15,-3 4 0,18-21 16,-12 25-16,12-25 16,-8 24-16</inkml:trace>
  <inkml:trace contextRef="#ctx0" brushRef="#br0" timeOffset="-168120.19">23449 10236 0,'0'0'0,"0"0"0,0 0 0,-4 0 15,-2 4-15,6-4 16,-9 11-16,-3 2 16,1 6-16,11-19 0,-14 24 15,1 1 1,1 1-16,0 3 0,12-29 16,-6 25-16,6-25 15,-2 25-15,3 3 16,-1-28-16,5 26 15,-5-26-15,9 26 16,7-4-16,1-3 16,-17-19-16,19 12 15,1-5-15,6-2 16,-6-8-16,-20 3 0,21-5 16,0-2-16,-2-6 15,-19 13-15,20-14 16,-3-2-16,-3-5 15,-3 0-15,-11 21 16,7-21-16,-2-3 16,-4-1-16,-1 0 15,0 25-15,-6-23 16,0-1-16,-2-1 16,8 25-16,-15-23 15,1 3-15,-4 1 0,-1 6 16,-3 5-16,-5 4 15,-2 11-15,-5 6 16,2-3-16</inkml:trace>
  <inkml:trace contextRef="#ctx0" brushRef="#br0" timeOffset="-165850.19">22443 11120 0,'0'0'0,"0"0"0,0 0 0,1-4 0,-1 4 16,0-9-16,0 9 0,-3-10 16,-3-2-16,6 12 15,-12-12-15,-4-1 16,-6 2-16,-1 6 15,23 5-15,-24-5 16,3 3-16,-3 2 16,24 0-16,-22 9 15,0-3-15,22-6 16,-20 10-16,20-10 0,-15 10 16,4 3-16,11-13 15,-7 16-15,7-16 16,-4 16-16,4-16 15,-1 18-15,6 2 16,-5-20-16,14 18 16,1-4-16,6 0 15,-21-14-15,26 10 16,-2-1-16,-1 0 16,3-3-16,-26-6 15,19 11-15,0-2 0,-3 3 16,-16-12-16,12 13 15,-4 0-15,-8-13 16,4 16-16,-4 3 16,-6 3-16,6-22 15,-11 16-15,-6-2 16,-4-2-16,21-12 16,-26 9-16,3-6 15,-2 0-15,25-3 16,-23-2-16,23 2 0,-19-8 15,19 8-15,-15-14 16,5-3-16,4-6 16,3 0-16,3 23 15,6-22-15,2-3 16,8-2-16,2 1 16,3 2-16,-21 24 15,21-26-15,1 5 16,-22 21-16,23-17 15,-23 17-15,22-14 0,-3 3 16,-19 11-16,21-9 16</inkml:trace>
  <inkml:trace contextRef="#ctx0" brushRef="#br0" timeOffset="-165260.19">22690 11141 0,'0'0'0,"0"0"0,0 0 15,1-6-15,-1 6 16,2-10-16,-2 10 16,4-13-16,-4 13 0,6-15 15,-6 15-15,11-12 16,2 1-16,-13 11 16,19-8-16,0 6 15,-19 2-15,20 4 16,-4 1-16,-1 4 15,-15-9-15,14 14 16,-4 6-16,-5 0 16,-5-20-16,-1 25 15,-4 1-15,5-26 0,-14 27 16,0-3-16,-3 3 16,17-27-16,-16 20 15,16-20-15,-15 18 16,15-18-16,-14 15 15,14-15-15,-11 11 16,11-11-16,-7 11 16,7-11-16,-2 6 15,4-5-15,10 0 16,-12-1-16,18-1 16,2 0-16,2-1 0,1 0 15,-23 2-15,22-2 16,-22 2-16,21-3 15,-21 3-15,19-2 16</inkml:trace>
  <inkml:trace contextRef="#ctx0" brushRef="#br0" timeOffset="-164690.19">23090 11069 0,'0'0'0,"0"0"0,4-5 0,-4 5 15,9-4-15,-9 4 16,9-8-16,-9 8 0,12-8 15,4 0-15,1 5 16,-17 3-16,17-1 16,4 4-16,-21-3 15,23 7-15,-4 3 16,-19-10-16,18 17 16,-5 0-16,-13-17 15,5 21-15,-4 1 16,-1-22-16,-6 27 15,-6 0-15,-5 3 16,17-30-16,-20 24 0,1 1 16,0-3-16,19-22 15,-21 18-15,21-18 16,-15 15 0,15-15-16,-13 12 0,13-12 15,-7 10-15,7-3 16,0-7-16,11 5 15,6-3-15,2-1 16,-19-1-16,22 0 16,-22 0-16,24-1 15,-24 1-15,22 0 0,-1 3 16,-21-3-16</inkml:trace>
  <inkml:trace contextRef="#ctx0" brushRef="#br0" timeOffset="-163910.19">23717 11037 0,'0'0'0,"0"0"0,0 0 16,0-1-16,0 1 16,-3-6-16,-5-2 15,-6 4-15,14 4 16,-19-4-16,-3 3 0,22 1 16,-27 4-16,3 5 15,24-9-15,-28 11 16,28-11-16,-18 15 15,1 2-15,17-17 16,-11 18-16,6 2 16,5-20-16,2 19 15,0-4-15,-2-15 16,8 16-16,1-2 16,-9-14-16,16 15 15,3-2-15,-19-13 0,28 12 16,1 0-16,3-1 15,-6 2 1,-2-1-16,-24-12 0,23 12 16,-5-1-16,-18-11 15,16 11-15,-16-11 16,11 14-16,-3 2 16,-8-16-16,-3 17 15,-5 0-15,8-17 16,-24 14-16,-1-4 15,-4-1-15,29-9 0,-28 4 16,2-6-16,26 2 16,-24-4-16,2-4 15,2-4-15,20 12 16,-15-16-16,15 16 16,-9-20-16,9-5 15,7-4-15,9 2 16,4 0-16,2 3 15,6 0-15,-1 3 16,-2 1-16,7-3 16,-2 5-16,-3 6 0,-27 12 15,25-14-15,-25 14 16,23-14-16,-23 14 16,17-8-16,-8 5 15</inkml:trace>
  <inkml:trace contextRef="#ctx0" brushRef="#br0" timeOffset="-161580.19">22396 11898 0,'0'0'0,"0"0"0,0 0 16,1 0-16,-1 0 15,2-4-15,-2 4 16,-2-8-16,2 8 16,-5-10-16,-2-1 15,7 11-15,-14-11 0,-3 4 16,-3 1-16,20 6 15,-20-2 1,-5 6-16,0 1 0,25-5 16,-25 7-16,4 6 15,21-13-15,-20 12 16,-2 2-16,22-14 16,-16 17-16,16-17 15,-13 19-15,13-19 16,-8 18-16,5 1 0,3-19 15,5 16-15,-5-16 16,9 11-16,4-1 16,8-3-16,5-1 15,0-4-15,-1 1 16,0-3-16,-2 3 16,-23-3-16,23 3 15,-1 1-15,-22-4 16,27 8-16,-27-8 15,21 12-15,-21-12 16,20 15-16,-9 3 0,-11-18 16,7 22-16,-7-1 15,-3 1-15,3-22 16,-15 18-16,0 0 16,-2 0-16,17-18 15,-20 12-15,-2-6 16,-1 0-16,23-6 15,-22 1-15,22-1 16,-23-1-16,2-5 0,3-2 16,18 8-16,-16-13 15,4-3-15,12 16 16,-8-21-16,4-2 16,4 23-16,5-28 15,4 0-15,8 0 16,4 3-16,0 2 15,-21 23-15,19-19 16,3 3-16,-22 16 16,18-12-16,4 2 0,-22 10 15,20-6-15</inkml:trace>
  <inkml:trace contextRef="#ctx0" brushRef="#br0" timeOffset="-160850.19">22679 11958 0,'0'0'0,"0"0"0,0 0 0,1-7 0,-1 7 16,5-12-16,-5 12 15,5-18 1,-5 18-16,7-21 0,-7 21 15,8-19-15,-8 19 16,13-19-16,-13 19 16,14-15-16,2 4 15,-16 11-15,19-7 16,-19 7-16,19 0 16,-19 0-16,22 6 15,-4 5-15,-2 7 0,-16-18 16,11 22-16,-9-1 15,-7 1-15,5-22 16,-9 25 0,-6-2-16,15-23 0,-16 28 15,-5-1-15,2 3 16,1-5-16,18-25 16,-19 23-16,1-3 15,18-20-15,-17 18 16,17-18-16,-14 17 0,14-17 15,-15 14-15,15-14 16,-6 12-16,6-12 16,0 8-16,2-2 15,-2-6-15,8 1 16,8 0-16,3-3 16,-19 2-16,25-2 15,-1-3-15,5 1 16,-29 4-16,28-7 15,-7 4-15,-21 3 16,24 0-16,-24 0 0,18 1 16,-18-1-16,11 1 15,-11-1-15</inkml:trace>
  <inkml:trace contextRef="#ctx0" brushRef="#br0" timeOffset="-160020.19">23325 11860 0,'0'0'0,"0"0"0,0 0 0,0-5 16,-3-5-16,3 10 15,-11-10-15,-5-3 0,16 13 16,-24-10-16,-2 6 16,-3 2-16,29 2 15,-27 3-15,2 4 16,3 8-16,22-15 15,-19 19-15,8 2 16,2 3-16,9-24 16,-4 24-16,4-6 15,7-1-15,-7-17 16,12 19-16,-2-4 16,-10-15-16,21 15 15,-3-6-15,-18-9 0,22 5 16,-6-7-16,-16 2 15,24-5-15,-8-4 16,-16 9-16,16-15 16,-4 3-16,-12 12 15,10-16-15,-10 16 16,6-19-16,-6 19 16,6-20-16,-1 4 15,-5 16-15,3-18 0,-3 18 16,2-12-16,-2 12 15,1-8-15,-1 8 16,0-4 0,0 4-16,0 3 0,0 6 15,0-9-15,-5 15 16,3 6-16,3 6 16,0-2-16,-3 1 15,4 0-15,-2-1 16,-5 2-16,5-27 0,-2 25 15,2 3-15,0-28 16,-2 29-16,2-29 16,-3 26-16,3-26 15,-1 28-15,1-28 16,-4 22-16,4-22 16,-5 20-16,5-20 15,-6 11-15,4-12 16,5-12-16,3-7 15</inkml:trace>
  <inkml:trace contextRef="#ctx0" brushRef="#br0" timeOffset="-159350.19">23552 11860 0,'0'0'0,"0"0"0,0 0 16,2-2-16,-2 2 16,1-3-16,-1 3 0,-2-1 15,0 4-15,2-3 16,-10 10-16,0 2 16,10-12-16,-8 16 15,-5 2-15,13-18 16,-7 22-16,7-22 15,-9 20-15,9-20 16,-8 20-16,8-20 16,-7 19-16,7-19 15,3 14-15,-3-14 16,5 8-16,2-3 0,-7-5 16,12 1-16,2-4 15,-14 3-15,18-1 16,2-4-16,-20 5 15,22-4-15,-22 4 16,21-2-16,1 4 16,-22-2-16,22 5 15,-22-5-15,18 7 16,2 0-16,-20-7 16,18 10-16,-5 2 0,-13-12 15,5 16-15,-5-16 16,2 17-16,-6 2 15,4-19-15,-9 20 16,0-1-16,-8-6 16,-3 0-16,1-4 15,19-9-15,-20 9 16,-2 1-16,-2 0 16,0-3-16,24-7 15,-24 8-15,24-8 0,-22 5 16,22-5-1,-18 4-15,18-4 0,-16 1 16,7-5-16,6-11 16</inkml:trace>
  <inkml:trace contextRef="#ctx0" brushRef="#br0" timeOffset="-159020.19">23530 11846 0,'0'0'0,"0"0"0,1 0 16,-1 0-16,6-2 15,6 2-15,6-1 16,6-1-16,2 1 16,1-3-16,2 0 15,3-2-15,-1 0 0,-1-3 16,0 2 0,-3 0-16,-27 7 0,25-4 15,-25 4-15,23 0 16,-23 0-16,16 1 15,-8 2-15,-10 4 16</inkml:trace>
  <inkml:trace contextRef="#ctx0" brushRef="#br0" timeOffset="-156790.19">22283 12740 0,'0'0'0,"0"0"0,0 0 0,6 1 0,4 1 0,-10-2 15,15-2-15,-15 2 16,10-5-16,-10 5 15,11-8-15,-11 8 16,12-9-16,-12 9 16,6-12-16,-6 12 15,2-10-15,-3 0 16,1 10-16,-10-11 16,-5 5-16,15 6 15,-21-5-15,-1 4 0,22 1 16,-26 1-16,1 4 15,-1 3-15,3 1 16,23-9-16,-19 13 16,2-1-16,2 3 15,-1-1-15,16-14 16,-12 18-16,4-2 16,8-16-16,-5 16 15,5-16-15,1 17 16,8 1-16,-9-18 0,17 17 15,1-4-15,8-1 16,-26-12-16,27 10 16,-2-4-16,1 5 15,-26-11-15,25 8 16,-2 1-16,-23-9 16,24 11-16,-4 2 15,-20-13-15,19 17 16,-9 1-16,-10-18 15,5 18-15,-9 2 16,-9-2-16,-6-1 16,19-17-16,-19 13 0,-6-3 15,-3-4-15,2-1 16,26-5-16,-27-1 16,7-7-16,20 8 15,-15-14-15,5-3 16,1-7-16,7 1 15,1-3-15,7 2 16,3-1-16,9 4 16,0-2-16,5-1 0,-3 1 15,3 6-15,-1-2 16,0 3-16,-22 16 16,21-11-16,-21 11 15,20-8-15,-20 8 16,15-8-16</inkml:trace>
  <inkml:trace contextRef="#ctx0" brushRef="#br0" timeOffset="-155990.19">22623 12782 0,'0'0'0,"0"0"0,0 0 0,1-3 0,-1 3 16,1-8-16,-1 8 16,2-12-16,1-3 0,-3 15 15,6-16-15,3 3 16,-9 13-16,16-11 15,0 4-15,6 0 16,-3 0-16,2 2 16,1 5-16,-22 0 15,21 0-15,-21 0 16,17 4-16,-17-4 16,16 8-16,-6 6 15,-10-14-15,-2 17 16,-3 2-16,5-19 0,-11 24 15,-7-2-15,18-22 16,-24 19-16,24-19 16,-19 17-16,19-17 15,-17 15-15,17-15 16,-11 12-16,11-12 16,-7 8-16,7-8 15,-1 5-15,5-3 16,-4-2-16,9 2 15,4-1-15,-13-1 0,21-1 16,4 2-16,-3 4 16,-22-5-16,21 5 15,-21-5-15,17 8 16,-17-8-16,14 12 16,-5 4-16,-9-16 15,10 19-15,-10 2 16,-6 1-16,-6-6 15,2 1-15,-8-3 16,2 1-16,-5-3 16,21-12-16,-22 10 0,0-3 15,22-7-15,-24 5 16,24-5-16,-24 2 16,24-2-16,-21 0 15,21 0-15,-14-1 16,14 1-16,-9-4 15,9 4-15,-4-9 16,6 1-16,-2 8 16,8-14-16</inkml:trace>
  <inkml:trace contextRef="#ctx0" brushRef="#br0" timeOffset="-155220.19">23320 12639 0,'0'0'0,"0"0"0,0 0 0,-4 0 15,4 0-15,-4 1 16,-4 3-16,-4 4 0,-2 4 16,-1 2-16,15-14 15,-16 18-15,2 1 16,3 3-16,11-22 15,-15 25-15,5-1 16,3 4-16,7-28 16,-7 26-16,3-1 15,5 0-15,-1-25 16,0 24-16,5-1 16,-5-23-16,11 21 0,1-7 15,-12-14-15,14 12 16,-14-12-16,17 11 15,0-8-15,-17-3 16,18-2-16,0-4 16,-18 6-16,18-8 15,-3-5-15,-15 13 16,18-12-16,-18 12 16,10-14-16,-10 14 15,10-19-15,-10 19 16,5-16-16,-5 16 0,1-17 15,-1 17-15,-5-15 16,-4 3-16,9 12 16,-15-8-16,-5 5 15,20 3-15,-20 3 16,-2 3-16,22-6 16,-17 12-16,3 4 15,14-16-15,-12 21 16,6 3-16,6-24 15,-5 24-15,5 0 0,0-24 32,6 20-32,2-8 0,2-8 0</inkml:trace>
  <inkml:trace contextRef="#ctx0" brushRef="#br0" timeOffset="-154520.19">23652 12657 0,'0'0'0,"0"0"0,0 0 15,0 0-15,0 3 16,0-3-16,-5 7 16,-2 6-16,7-13 15,-13 19-15,13-19 16,-12 20-16,0 4 0,12-24 16,-7 23-16,7-23 15,-4 18-15,4-18 16,0 16-16,0-16 15,5 12-15,-5-12 16,7 6-16,4-5 16,-11-1-16,14 4 15,3-4-15,-17 0 16,19-1-16,-19 1 16,19-3-16,-1 3 0,-18 0 15,18 2-15,-18-2 16,18 1-16,-18-1 15,18 7-15,-18-7 16,16 8-16,-16-8 16,11 11-16,-4 5 15,-7-16-15,-2 16 16,2-16-16,-4 15 16,-3 0-16,7-15 0,-13 15 15,-5-3-15,18-12 16,-20 10-16,-2-2 15,22-8-15,-23 8 16,-1-3-16,-1-4 16,25-1-16,-23 2 15,23-2-15,-20 3 16,20-3-16,-17 2 16,4-2-16,13 0 15,-11-4-15,4-9 0,7 13 16</inkml:trace>
  <inkml:trace contextRef="#ctx0" brushRef="#br0" timeOffset="-154190.19">23617 12646 0,'0'0'0,"0"0"0,0 0 0,6 1 16,7-2-16,-13 1 15,21-5-15,5 3 16,-26 2-16,28-5 15,-3 4-15,-25 1 16,32-4-16,-32 4 0,27-1 16,-27 1-16,22-1 15,-22 1-15,19-1 16,-9 3-16,-13 4 16,-6-3-16</inkml:trace>
  <inkml:trace contextRef="#ctx0" brushRef="#br0" timeOffset="-150760.19">22346 13637 0,'0'0'0,"0"0"0,2-4 0,-2 4 0,0-13 15,0 13-15,4-13 16,-3-5-16,-1 18 16,-2-18-16,2 18 15,-4-17-15,4 17 16,-5-15-16,5 15 15,-9-15-15,9 15 16,-10-12-16,-3 1 16,13 11-16,-18-10 0,18 10 15,-18-3-15,1 5 16,17-2-16,-19 4 16,3 6-16,0 4 15,16-14-15,-12 18 16,-1 1-16,1 5 15,12-24-15,-12 22 16,2 1-16,10-23 16,-7 24-16,7-24 15,-2 22-15,2-22 0,0 20 16,6-1-16,-6-19 16,11 17-16,3-4 15,2-2-15,-16-11 16,21 9-16,-4 1 15,4-2-15,-21-8 16,22 7-16,-2 1 16,-20-8-16,16 12 15,-16-12-15,16 12 16,-16-12-16,11 14 0,-3 4 16,0 3-16,-8-21 15,8 21-15,-8-2 16,0-19-16,-6 20 15,6-20-15,-12 16 16,12-16-16,-13 17 16,-9 0-16,1-7 15,21-10-15,-23 11 16,1-7-16,0-8 16,4-4-16,18 8 15,-18-12-15,2-2 0,1-5 16,4 2-16,11 17 15,-8-21-15,7-2 16,3-5-16,9 2 16,-1-1-16,3-1 15,2 3-15,-15 25 16,21-25-16,-2 4 16,5-2-16,-24 23 15,24-24-15,-24 24 16,20-18-16,-20 18 0,16-16 15</inkml:trace>
  <inkml:trace contextRef="#ctx0" brushRef="#br0" timeOffset="-149960.19">22659 13390 0,'0'0'0,"0"0"0,0 0 0,2 0 15,-2 0-15,1 1 0,-3 6 16,2-7-16,-3 13 16,-1 3-16,-6 5 15,4 0-15,1 2 16,-3-1-16,1-2 16,3 1-16,4-21 15,-12 21-15,5 2 16,7-23-16,-6 26 15,0-2-15,6-24 16,-5 24-16,5-24 16,-1 23-16,1-23 15,0 17-15,0-17 0,2 14 16,5-2-16,-7-12 16,15 7-16,1-7 15,3-3-15,-19 3 16,25-6-16,-2 0 15,-23 6-15,23-9 16,-23 9-16,22-10 16,-22 10-16,19-12 15,-19 12-15,13-14 16,-2-2-16,-11 16 0,8-18 16,-8 18-16,3-16 15,-3 16-15,-1-15 16,1 15-16,-2-14 15,2 14-15,-2-15 16,2 15-16,-1-9 16,1 9-16,-3-7 15,3 7-15,-2 0 16,2 0-16,-1 3 16,-1 6-16,2-9 15,-3 13-15,3 8 0,2 6 16,-1 2-16,2 2 15,2 2-15,-5-2 16,0 2-16,-2-3 16,-1 7-16,-5-6 15,8-31-15,-11 30 16</inkml:trace>
  <inkml:trace contextRef="#ctx0" brushRef="#br0" timeOffset="-146460.19">23059 13421 0,'0'0'0,"0"0"0,0 0 0,0 0 0,0 0 16,-1-5-16,1 5 15,-1-4-15,1 4 16,-1-5-16,1 5 15,1-3-15,-1 3 16,0-1-16,0 1 16,3-2-16,7 2 15,4 0-15,-14 0 16,20 0-16,3 0 16,-23 0-16,30 0 0,-30 0 15,24 3 1,3 4-16,-27-7 0,23 9 15,-6 4-15,-17-13 16,6 15-16,-9 3 16,3-18-16,-9 19 15,-9-2-15,-6-3 16,24-14-16,-20 14 16,20-14-16,-19 11 0,19-11 15,-14 11-15,14-11 16,-14 7-16,14-7 15,-8 3 1,8-3-16,-3 2 0,3-2 16,2-3-16,-2 3 15,6-6-15,7 2 16,8 1-16,-21 3 16,23-2-16,-23 2 15,21 1-15,-2 7 16,-2 2-16,-17-10 0,14 14 15,-3 6-15,-11-20 16,4 21-16,-4-1 16,-8 0-16,8-20 15,-14 20-15,-3-3 16,-3-3-16,-1-3 16,21-11-16,-22 10 15,3-3-15,19-7 16,-24 8-16,24-8 15,-20 8-15,20-8 16,-20 6-16,20-6 0,-13 5 16,7-4-16,6-1 15,2-10-15</inkml:trace>
  <inkml:trace contextRef="#ctx0" brushRef="#br0" timeOffset="-145720.19">23498 13393 0,'0'0'0,"0"0"0,0 0 0,0 0 15,0 0-15,0 0 16,0 0-16,-1 1 16,-2 5-16,-7 5 15,10-11-15,-9 14 0,0 1 16,9-15-16,-10 21 16,0 0-16,1 3 15,9-24-15,-7 24 16,2-3-16,5-21 15,-3 21-15,3-21 16,-5 20-16,5-20 16,-2 19-16,2-19 15,-1 16-15,1-16 16,2 16-16,-2-16 16,7 9-16,5 0 15,-12-9-15,16 2 0,3-1 16,-19-1-16,24-5 15,-2 1-15,-22 4 16,21-6-16,-4-3 16,-17 9-16,16-10 15,-5 2-15,-11 8 16,6-13-16,-6 13 16,4-11-16,-4 11 15,2-11-15,-2 11 0,0-10 16,0 10-1,0-6-15,0 6 0,-1-4 16,1 4-16,-1 0 16,1 0-16,-2 8 15,1 6-15,1 4 16,0-18-16,-2 22 16,1 1-16,3 7 15,0-1-15,-4-1 16,1 3-16,-3 2 0,1-4 15,-2 3-15,-2-3 16,7-29-16,-14 32 16,14-32-16,-13 29 15,2-7-15</inkml:trace>
  <inkml:trace contextRef="#ctx0" brushRef="#br0" timeOffset="-143290.19">22505 14285 0,'0'0'0,"0"0"0,0 0 0,1-2 0,-1 2 0,4-6 16,-4 6-16,5-7 15,-5 7-15,5-9 16,-5 9-16,3-12 16,-1 1-16,-2 11 15,-8-7-15,8 7 16,-9-9-16,9 9 16,-13-10-16,-3-2 0,16 12 15,-19-11 1,19 11-16,-19-9 0,0 5 15,-6 6-15,25-2 16,-22 8-16,1 2 16,2 6-16,19-16 15,-17 17-15,17-17 16,-11 16-16,11-16 16,-12 19-16,12-19 15,-6 21-15,6-21 16,-1 17-16,1-17 0,5 19 15,7-7-15,-12-12 16,20 8-16,2-3 16,-22-5-16,24 3 15,2-1-15,-26-2 16,26 6-16,-26-6 16,23 5-16,-1 6 15,-22-11-15,18 12 16,0 2-16,-8 5 15,-10-19-15,6 19 16,-6 1-16,0-20 0,-5 19 16,-4-2-16,9-17 15,-17 16-15,17-16 16,-18 11-16,-4-5 16,-2-3-16,24-3 15,-21-3-15,3-4 16,18 7-16,-18-12 15,4-4-15,6-5 16,8 21-16,-2-22 16,6-1-16,9-1 0,6 2 15,2 1-15,4 2 16,1 3-16,-1 1 16,2-2-16,-2 2 15,-25 15-15</inkml:trace>
  <inkml:trace contextRef="#ctx0" brushRef="#br0" timeOffset="-142160.19">22771 14202 0,'0'0'0,"0"0"0,0 0 0,2 0 0,-2 0 16,6 0-16,4-2 15,-10 2-15,19-7 16,1 1-16,-20 6 16,28-7-16,2-1 15,-1 2-15,-29 6 16,28-6-16,-28 6 16,24-3-16,-24 3 15,17 0-15,-17 0 0,11 1 16,-10 1-1,-1-2-15,-13 5 0,-3-2 16,-8-1-16,24-2 16,-21 5-16,-2 2 15,23-7-15,-24 7 16,-1 3-16,25-10 16,-21 15-16,3-6 15,18-9-15,-18 6 16,18-6-16,-11 1 0,11-1 15,-6-5-15,6 5 16,-5-9-16,5 9 16,-3-8-16,3 8 15,-3-9-15,3 9 16,-2-8-16,2 8 16,-4-5-16,4 5 15,-7-4-15,7 4 16,-7-2-16,7 2 15,-8 6-15,8-6 16,-5 9-16,5-9 0,-5 17 16,3 4-16,2-21 15,-3 21-15,3-21 16,2 21-16,-2-21 16,4 18-16,-4-18 15,5 14-15,-5-14 16,8 13-16,-8-13 15,11 9-15,-11-9 16,12 4-16,3-5 0,-15 1 16,16-5-1,2-3-15,-18 8 0,18-7 16,-2 2-16,-16 5 16,18-3-16,-18 3 15,19 0-15,-3 3 16,-16-3-16,18 8 15,-2 3-15,-16-11 16,13 16-16,-2 4 16,-11-20-16,7 24 15,-4 2-15,-3-26 0,-3 27 16,-5-2-16,8-25 16,-14 20-16,-2 3 15,16-23-15,-19 16 16,-2 0-16,21-16 15,-27 11-15,5-2 16,22-9-16,-25 3 16,25-3-16,-21 2 15,21-2-15,-19 0 16,19 0-16,-16-5 0,5 3 16,11 2-16,1-12 15,5-4 1</inkml:trace>
  <inkml:trace contextRef="#ctx0" brushRef="#br0" timeOffset="-141550.19">23264 14243 0,'0'0'0,"0"0"0,0 0 16,-1-6-16,1 6 15,-3-5-15,3 5 16,-5-5-16,-3 8 16,8-3-16,-12 10 15,1 6-15,-2 4 16,13-20-16,-11 22 0,4 1 15,3 4 1,4 0-16,4-2 0,1-2 16,1-1-16,-6-22 15,10 17-15,1-2 16,-11-15-16,16 15 16,1-6-16,-17-9 15,19 6-15,0-4 16,-19-2-16,22-2 15,0-7-15,-4-2 16,-18 11-16,18-14 0,-5-5 16,1-3-16,-14 22 15,9-24-15,-3-3 16,-6 27-16,6-30 16,-5 1-16,-4 0 15,-4 1-15,7 28 16,-8-24-16,-6 5 15,-5 1-15,19 18 16,-22-11-16,-3 4 0,1 3 16,24 4-16,-22 5 15,4 7-15,18-12 16,-17 15 0,17-15-16</inkml:trace>
  <inkml:trace contextRef="#ctx0" brushRef="#br0" timeOffset="-140790.19">23706 14134 0,'0'0'0,"0"0"0,0 0 0,0 2 15,0-2-15,-2 2 16,2-2-16,-4 10 0,-5 4 16,0 6-16,-1 4 15,-5-1-15,15-23 16,-9 22-16,0 2 15,9-24-15,-5 26 16,0-2-16,2 1 16,3-25-16,-5 23 15,5-23-15,-2 20 16,2-4-16,0-16 16,6 15-16,-6-15 15,7 10-15,5-3 16,-12-7-16,15 3 0,6-6 15,-21 3-15,20-5 16,2-5-16,0-1 16,-22 11-16,23-11 15,-23 11-15,17-11 16,-17 11-16,18-13 16,-18 13-16,13-14 15,-13 14-15,10-15 16,-10 15-16,5-12 0,-5 12 15,0-13-15,0 13 16,-2-7-16,2 7 16,-2-6-16,2 6 15,-5-2-15,5 2 16,-6 3-16,2 5 16,4-8-16,0 13 15,0-13-15,3 16 16,-2 5-16,5 0 15,-6-21-15,7 22 16,-5 2-16,0 3 0,2-2 16,-4-25-16,3 24 15,0 0-15,-2-3 16,-1-21-16,-3 21 16,3-21-16,-4 21 15,4-21-15,-7 19 16</inkml:trace>
  <inkml:trace contextRef="#ctx0" brushRef="#br0" timeOffset="-138880.19">22495 15034 0,'0'0'0,"0"0"0,0 0 0,1 3 16,2-1-16,-3-2 15,-6 0-15,6 0 0,-4-2 16,4 2-16,-3-4 15,3 4-15,-4-10 16,4 10-16,-5-10 16,-2 0-16,7 10 15,-11-15-15,11 15 16,-13-11-16,-4 4 16,17 7-16,-19-8 15,2 4-15,-1 4 16,18 0-16,-24 2 15,3 2-15,21-4 16,-20 13-16,-1 1 0,21-14 16,-21 18-16,8 3 15,13-21-15,-10 23 16,4-4-16,6-19 16,-5 21-16,5-2 15,1 2-15,-1-21 16,8 14-16,4-2 15,2 0-15,-14-12 0,21 7 16,4-2-16,0 5 16,-1-2-16,1-5 15,-4 5-15,-21-8 16,21 7-16,-2 3 16,-19-10-16,21 10 15,-21-10-15,16 15 16,-1 4-16,-15-19 15,9 21-15,-8 1 16,-8 2-16,-9-7 0,16-17 16,-17 16-16,0-6 15,17-10-15,-22 8 16,-1-2-16,23-6 16,-22 0-16,2-5 15,20 5-15,-20-8 16,5-8-16,8-3 15,3-4-15,4 0 16,7-1-16,0 1 16,6-1-16,2-1 15,4 1-15,0 1 16,2-1-16,-1 2 0,2 2 16,-22 20-16,23-15 15,-23 15-15,20-16 16,-3 1-16,-17 15 15,21-14-15</inkml:trace>
  <inkml:trace contextRef="#ctx0" brushRef="#br0" timeOffset="-138520.19">22740 14977 0,'0'0'0,"0"0"0,0 0 0,0 0 0,0 0 16,5-5-16,2 2 0,-7 3 15,12-4-15,-12 4 16,13-2-16,3-1 15,-16 3-15,20 0 16,-20 0-16,16 0 16,-16 0-16,16 0 15,-16 0 1,8 0-16,-8 0 0,3 0 16,-4-3-16,-6-6 15,7 9-15,-11-5 16,11 5-16</inkml:trace>
  <inkml:trace contextRef="#ctx0" brushRef="#br0" timeOffset="-137930.19">22710 14942 0,'0'0'0,"0"0"0,0 0 0,0 0 16,0 0-16,0 0 15,0 0-15,0 0 0,0 0 16,-1 3-16,1-3 16,-4 7-16,-1 4 15,5-11-15,-4 14 16,4-14-16,-3 18 16,1 0-16,2-18 15,0 20-15,0-2 16,0-18-16,-2 18 15,0-4-15,2-14 16,1 18-16,-1-18 16,0 11-16,0-11 15,2 8-15,-2-8 0,6 5 16,-6-5-16,7 1 16,7-6-16,-14 5 15,17-5-15,1-2 16,-18 7-16,18-6 15,-18 6-15,21-8 16,-1 7-16,-20 1 16,20 2-16,3 5 15,-23-7-15,25 8 16,-5 6-16,-20-14 0,17 17 16,-17-17-16,11 21 15,-5 2-15,-8 2 16,-4-2-16,6-23 15,-12 20-15,-5 1 16,-4-5-16,-4 0 16,1-5-16,24-11 15,-22 8-15,22-8 16,-20 7-16,2-7 16,6-8-16,7-6 0</inkml:trace>
  <inkml:trace contextRef="#ctx0" brushRef="#br0" timeOffset="-137430.19">23101 14921 0,'0'0'0,"0"0"0,3 0 0,-3 0 0,10 0 15,1 0-15,4 1 16,-15-1-16,22 0 16,-1-2-16,3 1 15,1 0-15,-25 1 16,25 0-16,-3 1 15,-22-1-15,26 1 0,-26-1 16,19 2-16,-19-2 16,19 4-16,-5 6 15,-14-10-15,8 16 16,-5 2-16,-6 8 16,-7-2-16,0 3 15,-3-4-15,-4 4 16,5 1-16,0-1 15,-2 1-15,1-1 0,6-2 16,7-25-16,-7 24 16,1-2-16,6-22 15,-6 21-15,6-21 16,0 19-16,0-7 16,4-9-16,4-10 15,0-10-15</inkml:trace>
  <inkml:trace contextRef="#ctx0" brushRef="#br0" timeOffset="-136910.19">23552 15004 0,'0'0'0,"0"0"0,-1 1 16,1-1-16,-6 5 16,-2 7-16,8-12 15,-11 16-15,11-16 0,-14 20 16,14-20-16,-9 22 16,9-22-16,-8 21 15,8-21-15,-3 18 16,3-18-16,6 13 15,6-4-15,-12-9 16,19 5-16,-1 3 16,-18-8-16,22 5 15,-1 1-15,-21-6 16,19 8-16,-19-8 0,12 8 16,-12-8-16,13 11 15,-13-11-15,7 15 16,-7-15-16,2 20 15,-7 0-15,5-20 16,-15 21-16,-1 0 16,16-21-16,-21 18 15,-3-2-15,24-16 16,-30 12-16,4-4 16,26-8-16,-28 1 15,5-7-15,5-13 0,18 19 16</inkml:trace>
  <inkml:trace contextRef="#ctx0" brushRef="#br0" timeOffset="-136610.19">23501 15039 0,'0'0'0,"0"0"0,3-6 0,5-4 16,7 2-16,1-1 15,4-1-15,4 4 16,-24 6-16,26-8 16,2 1-16,1 1 15,-29 6-15,30-3 16,-30 3-16,24-3 15,-24 3-15,22 0 16</inkml:trace>
  <inkml:trace contextRef="#ctx0" brushRef="#br0" timeOffset="-134660.19">22462 15872 0,'0'0'0,"0"0"0,0 0 0,-1-2 0,1 2 16,0-3-16,-1-2 16,1 5-16,-9-4 15,1 0-15,-7 1 16,15 3-16,-17-3 15,-2 1-15,19 2 16,-24-1-16,2 6 16,22-5-16,-28 4 15,0 5-15,-1 4 16,1 1-16,3 1 0,1-5 16,9 5-16,15-15 15,-17 14-15,2 2 16,15-16-16,-11 19 15,11-19-15,-9 22 16,9-22-16,-7 20 16,7-20-16,-2 19 15,9-4-15,-7-15 16,10 13-16,7-2 16,-17-11-16,25 7 0,0-4 15,-25-3-15,27 2 16,0-1-16,-27-1 15,32-1-15,-5 6 16,-3 2-16,-24-7 16,21 9-16,-21-9 15,17 12-15,-17-12 16,12 15-16,-6 5 16,-6-20-16,1 21 15,-7-1-15,-8-4 0,14-16 16,-17 15-1,-4-5-15,-2-4 0,-1-3 16,24-3-16,-22-1 16,3-2-16,19 3 15,-23-6-15,10-5 16,3-8-16,0-1 16,9-3-16,2-4 15,9 3-15,-3-1 16,7 0-16,1 0 15,1 3-15,5 2 0,0-1 16,-1 5-16,-20 16 16,19-14-16,-19 14 15,21-10-15,0 4 16,-21 6 0,24-2-16,0 1 0,-24 1 15,26 0-15,-26 0 16</inkml:trace>
  <inkml:trace contextRef="#ctx0" brushRef="#br0" timeOffset="-133990.19">22875 15845 0,'0'0'16,"0"0"-16,0 0 0,-4 0 0,4 0 0,-8 0 15,1 0-15,-5 0 16,12 0-16,-18-1 15,2 2-15,-8 2 16,1 3-16,1 5 16,2 5-16,-2 1 15,7 3-15,-1 0 0,7 1 16,-2 0-16,1 2 16,2 1-16,3 2 15,-1 4-15,5-1 16,2-2-16,2-1 15,-3-26-15,3 24 16,4-2-16,-7-22 16,11 19-16,-11-19 15,14 13-15,4-5 16,-18-8-16,22 4 0,-22-4 16,18 0-16,-18 0 15,19-9-15,-5-6 16,-14 15-16,11-19 15,-5-2-15,-6 21 16,1-22-16,-5 5 16,4 17-16,-10-15 15,10 15-15,-12-11 16,-4 6-16,-3 7 16,1 2-16,18-4 15,-20 10-15,20-10 0,-15 15 16,15-15-16,-11 18 15,7-5-15,4-13 16</inkml:trace>
  <inkml:trace contextRef="#ctx0" brushRef="#br0" timeOffset="-133280.19">23087 15884 0,'0'0'0,"0"0"0,0 0 15,1 2-15,-1 4 16,-2 6-16,2-12 0,-2 15 16,-4 3-16,-3 5 15,9-23-15,-9 22 16,-1 1-16,10-23 16,-11 25-16,5 0 15,6-25-15,-6 22 16,6-22-16,-4 21 15,4-21-15,0 18 16,7-7-16,5-6 16,-12-5-16,15-1 0,-15 1 15,19-5-15,3-5 16,-22 10-16,25-15 16,-25 15-16,24-15 15,-6-5-15,-18 20 16,19-19-16,-19 19 15,11-21-15,-1 5 16,-10 16-16,8-17 16,-8 17-16,3-12 15,-3 12-15,1-6 0,-1 6 16,0-4-16,0 4 16,-1 2-16,-2 5 15,3-7-15,-3 13 16,-3 5-16,7 4 15,-1 3-15,3 4 16,-2-2-16,6-2 16,-7 5-16,-2-2 15,2-28-15,0 29 16,-1 1-16,1-30 0,-2 30 16,3-7-16,5-15 15,-2-10-15,4-12 16</inkml:trace>
  <inkml:trace contextRef="#ctx0" brushRef="#br0" timeOffset="-132450.19">23546 15942 0,'0'0'0,"0"0"0,0 0 0,0 0 0,0 0 16,1-1-16,-1 1 16,0-3-16,0 3 15,-9-5-15,1-1 0,8 6 16,-14-5-16,-4 0 15,18 5-15,-19-6 16,19 6-16,-16-5 16,-5 1-16,21 4 15,-19 0-15,19 0 16,-19 1-16,19-1 16,-17 5-16,17-5 15,-15 8-15,15-8 16,-13 13-16,13-13 15,-9 13-15,5 4 0,4-17 16,2 16-16,-2-16 16,6 15-16,8-4 15,-14-11-15,21 12 16,1-3-16,0 0 16,-22-9-16,25 9 15,-4-1-15,-21-8 16,21 11-16,-1 2 15,-4 1-15,-16-14 16,12 17-16,-2 0 16,-10-17-16,8 20 0,-5 2 15,-3-22-15,-1 21 16,-5 1-16,6-22 16,-14 21-16,-3-3 15,17-18-15,-20 14 16,2-5-16,18-9 15,-20 5-15,5-7 16,15 2-16,-17-8 16,6-5-16,11 13 15,-11-24-15,9-1 0,2 25 16,2-32-16,6 0 16,6 0-16,3 3 15,-2 2-15,8 3 16,-8 1-16,3 1 15,-18 22-15,17-17 16,0 2-16,-17 15 16,16-16-16,-16 16 15,14-13-15,-14 13 0,10-13 16</inkml:trace>
  <inkml:trace contextRef="#ctx0" brushRef="#br0" timeOffset="-130690.19">22371 16914 0,'0'0'0,"0"0"0,0 0 0,4 0 0,-4 0 16,5 2-16,-5-2 15,5-1-15,-5 1 16,3 0-16,-3 0 16,3 0-16,-3 0 15,1 0-15,-1 0 16,0-1-16,0 1 16,0 0-16,0 0 15,-1-3-15,1 3 16,-5-6-16,5 6 15,-4-10-15,4 10 0,-7-11 16,7 11-16,-11-11 16,-4 2-16,15 9 15,-19-6-15,0 3 16,19 3-16,-24 0 16,24 0-16,-21 4 15,0 7-15,1 5 16,20-16-16,-18 18 15,18-18-15,-11 15 16,11-15-16,-5 19 16,5-3-16,7-3 0,-7-13 15,12 12-15,3-3 16,-15-9-16,18 4 16,5-1-16,0-3 15,-23 0-15,26 1 16,-1 3-16,-4 3 15,0 4-15,-21-11 16,19 9-16,-2 5 16,-17-14-16,15 19 15,-2 1-15,-13-20 16,13 26-16,-9 3 0,-2-2 16,-5-3-16,-5-3 15,8-21-15,-12 19 16,-2-3-16,14-16 15,-17 17-15,17-17 16,-19 11-16,-1-5 16,20-6-16,-15-2 15,15 2-15,-15-5 16,1-8-16,7-6 0,2-8 16,0 0-16,8 0 15,4-1-15,2 1 16,-1 2-16,3-6 15,-2 3-15,3 2 16,-12 26-16,13-23 16,2 2-16,-1 1 15,2 2-15,-16 18 16,12-18-16,2 2 16</inkml:trace>
  <inkml:trace contextRef="#ctx0" brushRef="#br0" timeOffset="-130130.19">22638 16879 0,'0'0'16,"0"0"-16,0 0 0,1 4 0,-1-4 0,-4 5 16,4-5-16,-5 2 15,5-2-15,-7 1 16,0 1-16,7-2 16,-2-6-16,2 6 15,4-5-15,7-3 16,-11 8-16,21-8 15,-2-2-15,-19 10 0,27-9 16,-1 2-16,-26 7 16,28-7-16,-28 7 15,26-4-15,-3 5 16,-23-1-16,20 7 16,-9 7-16,1 5 15,-9 3-15,-7 2 16,2 0-16,0-1 15,-6 0-15,3 3 16,1 0-16,-2 2 16,0 0-16,0 4 0,2-2 15,3 0-15,1-30 16,-5 29-16,4-4 16,1-25-16,0 23 15,2-7-15,-2-16 16,4 5-16,2-13 15,4-14-15,-3-5 16,2-7-16</inkml:trace>
  <inkml:trace contextRef="#ctx0" brushRef="#br0" timeOffset="-129780.19">23026 16871 0,'0'0'0,"0"0"0,0 0 0,1 0 0,5 4 16,-2 8-16,-4-12 16,2 17-16,-1 1 15,-5 9-15,1 0 16,1-2-16,1 5 15,0-2-15,-1 0 0,-2 1 16,0 0-16,0-4 16,2 5-16,2-3 15,0-27-15,0 27 16,1-2-16,1 2 16,6-9-16,-8-18 15,6 6-15,-1-11 16,1-16-16</inkml:trace>
  <inkml:trace contextRef="#ctx0" brushRef="#br0" timeOffset="-128950.19">23398 16894 0,'0'0'0,"0"0"0,0 0 0,0-2 0,-1 2 0,1 0 16,-3-6-16,-5 2 15,8 4-15,-15-5 16,15 5-16,-17-7 15,17 7-15,-17-7 16,17 7-16,-21-6 16,21 6-16,-19-8 15,19 8-15,-18-7 0,18 7 16,-18-3-16,0 3 16,18 0-16,-16 6 15,5 5-15,11-11 16,-12 14-16,7 1 15,2 5-15,3-20 16,1 19-16,-1-19 16,7 19-16,6-4 15,1 0-15,6-5 16,-20-10-16,23 11 16,-1-3-16,-22-8 0,27 7 15,-1-1-15,-26-6 16,28 7-16,-2 0 15,-2 4-15,-24-11 16,18 14-16,-18-14 16,16 12-16,-16-12 15,14 16-15,-3 4 16,-11-20-16,7 21 16,-6 0-16,-1-21 0,-5 29 15,-8-3-15,-4-1 16,-1-1-16,0-7 15,18-17-15,-19 15 16,19-15-16,-20 10 16,20-10-16,-19 8 15,0-6-15,19-2 16,-19-3-16,5-7 16,6-4-16,5-8 15,3-2-15,5-2 0,1-1 16,0-2-16,5-4 15,1 2-15,1-4 16,4 2-16,-17 33 16,17-32-16,3 0 15,-4 1-15,-1-2 16,0 3 0,-1 0-16</inkml:trace>
  <inkml:trace contextRef="#ctx0" brushRef="#br0" timeOffset="-125660.19">25596 9382 0,'0'0'0,"0"0"0,0 0 0,1 0 0,4-1 16,8 3-16,1 0 15,-14-2-15,19 3 16,4-1-16,-23-2 15,28 2-15,5-2 16,-4 0-16,1 0 0,-30 0 16,28 0-16,-28 0 15,22 0-15,-22 0 16,18-1-16,-18 1 16,16 2-16,-1 5 15,-15-7-15,5 10 16,-2 5-16,-2 4 15,-4 6-15,-5-3 0,-2 3 16,10-25-16,-10 26 16,0-1-16,-5 1 15,1 0-15,14-26 16,-12 27-16,4-8 16,8-19-16,-10 21 15,10-21-15,-3 15 16</inkml:trace>
  <inkml:trace contextRef="#ctx0" brushRef="#br0" timeOffset="-125050.19">26129 9372 0,'0'0'0,"0"0"0,0 0 0,0 1 0,0-1 16,3 6-16,-3-6 16,-2 12-16,-1 4 15,3-16-15,-7 21 16,7-21-16,-7 19 15,7-19-15,-8 22 16,8-22-16,-7 16 16,4-5-16,3-11 15,4 9-15,7-5 16,2-4-16,5-1 16,-18 1-16,23 0 0,-2 0 15,1 3-15,2 1 16,-2 2-16,0-4 15,0 3-15,-22-5 16,18 8-16,0 4 16,-18-12-16,15 17 15,-3 0-15,-12-17 16,10 21-16,-3-2 16,-8-3-16,-2 2 0,3-18 15,-12 11-15,-6 0 16,-3 1-16,-4-3 15,25-9-15,-30 5 16,1 2-16,-2-3 16,0-2-16,3 2 15,28-4-15,-28 4 16,2-4-16,4-4 16,2-6-16</inkml:trace>
  <inkml:trace contextRef="#ctx0" brushRef="#br0" timeOffset="-124000.19">26096 9379 0,'0'0'0,"0"0"0,0 0 16,2 0-16,5-1 0,-7 1 15,12 0-15,6 1 16,6-3-16,-24 2 16,26 2-16,-4-2 15,4 0-15,-26 0 16,24 0-16,-24 0 15,23 2-15,-23-2 16,25-3-16,-25 3 16,23 0-16,-23 0 0,18 0 15,-18 0-15,12 0 16,-12 0-16,8 1 16,-8-1-16,5 2 15,-5-2-15,3 2 16,-3-2-16,2 2 15,-2-2-15,0 1 16,0-1-16,0 0 16,0 0-16,0 0 15,0 0-15,-1-1 16,1 1-16,-2-3 0,2 3 16,0-2-16,0 2 15,-3-1-15,3 1 16,-1-1-16,1 1 15,0 0-15,0 0 16,0-2-16,0 2 16,0-4-16,0 4 15,0-1-15,0 1 16,-1-3-16,1 3 16,-1-3-16,1 3 0,0-2 15,0 2-15,0-1 16,0 1-16,1-2 15,-1 2-15,0 0 16,0 0-16,1-2 16,-1 2-16,0 0 15,0 0-15,1 0 16,-1 0-16,0 0 16,0 0-16,0 0 15,0 0-15,0 0 0,0 0 16,1 0-16,-1 0 15,0 0-15,0 0 16,2 0-16,-2 0 16,0 0-1,0 0-15,1-1 0,-1 1 16,1 0-16,-1 0 16,1 0-16,-1 0 15,1 0-15,-1 0 16,3 0-16,-3 0 15,-1-2-15,1 2 0,1-2 16,-1 2-16,1-1 16,-1 1-16,2 0 15,-2 0-15,1-2 16,-1 2-16,2 0 16,-2 0-16,2-1 15,-2 1-15,4-2 16,-4 2-16,1-1 15,-1 1-15,2 0 0,-3 0 16</inkml:trace>
  <inkml:trace contextRef="#ctx0" brushRef="#br0" timeOffset="-123050.19">26811 9412 0,'0'0'0,"0"0"0,0 0 0,4-5 0,-4 5 15,6-11-15,-6 11 16,11-14-16,-11 14 16,11-17-16,-11 17 15,8-15-15,-8 15 0,4-18 16,-4 18-16,-4-18 16,-9 1-16,-4 3 15,-2 4-15,19 10 16,-21-6-16,1 8 15,20-2-15,-22 9 16,2 3-16,-4 6 16,5 3-16,19-21 15,-15 20-15,2 0 16,13-20-16,-6 24 16,2-1-16,4-23 0,4 19 15,-4-19 1,6 19-16,3-7 0,-9-12 15,14 5-15,5-2 16,-1-8-16,-18 5 16,21-5-16,1-3 15,-22 8-15,20-11 16,-2-2-16,-18 13 16,17-14-16,-17 14 0,14-17 15,-14 17-15,11-18 16,-11 18-16,10-14 15,-10 14-15,7-11 16,-7 11-16,5-5 16,-4 8-16,-1-3 15,1 12-15,-4 6 16,0 11-16,-1-1 16,1 5-16,-1-2 15,3 1-15,0-2 16,-4 1-16,5-31 0,-1 28 15,-3 0-15,0-1 16,4-27-16,-4 24 16,4-24-16,-1 20 15,1-20-15,-1 17 16,0-10-16</inkml:trace>
  <inkml:trace contextRef="#ctx0" brushRef="#br0" timeOffset="-122520.19">27042 9386 0,'0'0'0,"6"-1"0,-6 1 0,6-7 0,5-1 16,-11 8-16,13-8 16,1-1-16,1 8 0,-15 1 15,17 1 1,2 2-16,-19-3 0,18 9 16,-2 4-16,-16-13 15,13 18-15,-3 4 16,-7 4-16,-5 1 15,-3-2-15,-6 0 16,-11-2-16,3-2 16,19-21-16,-21 21 15,-1-3-15,22-18 0,-22 20 16,22-20-16,-15 16 16,15-16-16,-12 14 15,12-14 1,-2 9-16,14-4 0,7-5 15,5-3-15,7 1 16,5-3-16,-5-1 16,2 5-16,-33 1 15,29-2-15,-29 2 16,26 0-16,-26 0 16,18 1-16,-18-1 0,11 1 15,-5 1-15,-6-2 16</inkml:trace>
  <inkml:trace contextRef="#ctx0" brushRef="#br0" timeOffset="-122020.19">27444 9346 0,'0'0'0,"0"0"0,0 0 0,3 1 15,-3-1-15,3 4 16,-3-4-16,2 7 16,1 6-16,-3 7 15,0 0-15,-1 1 16,0 2-16,-3 2 0,1 0 15,2 2-15,0 0 16,-2-2-16,3-2 16,0-23-16,-1 24 15,0-2-15,1-22 16,-3 26-16,3-26 16,0 20-16,0-20 15,0 17-15,0-17 16,0 11-16,0-11 15,0 6-15,0-6 0,0 2 16,0-2-16,1 1 16,-1-1-1,-1-3-15,1 3 0,-2-5 16,2 5-16,-2-3 16,2 3-16,-5-4 15,5 4-15,-6-3 16,6 3-16,-4-2 15,-1-1-15</inkml:trace>
  <inkml:trace contextRef="#ctx0" brushRef="#br0" timeOffset="-120660.19">25944 10194 0,'0'0'0,"0"0"0,0 0 0,0-4 16,0 4-16,-2-8 0,2 8 16,-4-8-16,4 8 15,-6-9-15,-5-1 16,-6 3-16,17 7 15,-17-5-15,-5 6 16,0 5-16,22-6 16,-25 8-16,1 4 15,0 4-15,-1 2 16,4 4-16,2 3 16,3 1-16,-2 3 15,3 2-15,0 1 0,5 1 16,10-33-16,-8 29 15,3 0-15,6-3 16,-1-26-16,8 24 16,5-6-16,5-5 15,7-7 1,0-3-16,0-8 0,-1-3 16,-24 8-16,25-9 15,-1-5-15,-3-2 16,-21 16-16,23-16 15,-23 16-15,15-17 0,-9-1 16,-6 18-16,-1-16 16,-7 5-16,-10 6 15,18 5-15,-20 0 16,0 9-16,-2 4 16,6 5-16,-1 3 15,17-21-15,-10 25 16</inkml:trace>
  <inkml:trace contextRef="#ctx0" brushRef="#br0" timeOffset="-120130.19">26124 10199 0,'0'0'0,"0"0"0,10-2 0,5-1 16,3-1-16,-18 4 16,24-5-16,4 1 15,-28 4-15,30-2 16,-1 1-16,-29 1 15,28-3-15,-28 3 16,23-1-16,-23 1 16,20 5-16,-20-5 15,12 5-15,-3 7 16,-9-12-16,3 16 0,-7 5 16,-3 3-16,-5 2 15,-5-3-15,3 2 16,-1 1-16,15-26 15,-13 25-15,-2-3 16,15-22-16,-12 22 16,12-22-16,-8 17 15,8-17-15,-3 13 16,3-13-16,1 8 16,-1-8-16,8 4 0,-8-4 15,12 0-15,2-3 16,2-6-16,4-7 15,-2-3-15</inkml:trace>
  <inkml:trace contextRef="#ctx0" brushRef="#br0" timeOffset="-119130.19">26577 10219 0,'0'0'0,"0"0"0,0 0 0,0 0 0,0 0 15,0-1-15,0 1 16,-1-3-16,1 3 16,0-1-16,0 1 15,0-2-15,0 2 16,1-1-16,-1 1 15,9-1-15,3-2 0,-12 3 16,22-4-16,7-2 16,4-2-16,3 0 15,-5 3-15,-3-1 16,-28 6-16,26-5 16,-3 2-16,-23 3 15,27-5-15,-6 2 16,-21 3-16,19-1 15,-19 1-15,16 1 16,-16-1-16,12 3 0,-12-3 16,8 9-16,-8-9 15,7 8-15,-7-8 16,3 8-16,-3-8 16,2 8-16,-2-8 15,0 10-15,-4 1 16,4-11-16,-7 14 15,3 1-15,4-15 16,-4 19-16,-4-1 16,8-18-16,-7 21 15,0 2-15,7-23 0,-8 26 16,1-1-16,7-25 16,-6 26-16,6-26 15,-4 26-15,4-26 16,-7 23-16,7-23 15,-5 21-15,5-21 16,-3 14-16,3-14 16,-1 11-16,1-11 15,-2 8-15,2-8 0,-2 6 16,2-6-16,-1 3 16,1-3-16,0 3 15,0-3-15,-2 4 16,2-4-16,-1 5 15,1-5-15,-2 6 16,2-6-16,-3 2 16,3-2-16,0 5 15,0-5-15,0 3 16,0-3-16,-1 1 16,1-1-16,1 2 0,-1-2 15,0 2-15,0-2 16,0-5-16,0 5 15,-2-5-15,2 5 16,-2-4-16,2 4 16,-1-4-16,1 4 15,-2-1-15,2 1 16,-1-2-16,1 2 16,0 0-16,0 0 15,0 0-15,0 0 0,-5 3 16,5-3-16,-6 4 15,6-4-15,-7 3 16,0-7-16</inkml:trace>
  <inkml:trace contextRef="#ctx0" brushRef="#br0" timeOffset="-118550.19">27207 10194 0,'0'0'0,"0"0"0,0 0 0,0-1 15,0 1-15,0-2 16,-4 1-16,4 1 15,-7 5-15,-5 4 16,-7 4-16,1 4 0,0 0 16,5 2-16,13-19 15,-12 19-15,0 5 16,0 3-16,5 4 16,7-31-16,-5 29 15,4-3-15,4-3 16,-3-23-16,6 20 15,7 0-15,4-5 16,4-4-16,3-5 0,-2-4 16,3-7-16,0-3 15,-2-3-15,-1 2 16,-1-4-16,-3 0 16,-18 13-16,11-17 15,-11 17-15,10-19 16,-9-2-16,-9 4 15,8 17-15,-13-10 16,-6 10-16,-10 7 16,6 7-16,3 1 15,-4 7-15,24-22 16,-24 24-16,24-24 0</inkml:trace>
  <inkml:trace contextRef="#ctx0" brushRef="#br0" timeOffset="-118160.19">27593 10090 0,'0'0'0,"0"0"0,0 0 15,6 2-15,1 6 16,-7-8-16,5 12 16,-1 8-16,-6 4 0,-2 2 15,-1 2-15,-3-1 16,4 1-16,-2-3 15,-2 2-15,3 2 16,0 0-16,-1-3 16,-2-1-16,8-25 15,-9 24-15,3-5 16,6-19-16,-7 21 16,-2 0-16,-3 0 15,-1-6-15</inkml:trace>
  <inkml:trace contextRef="#ctx0" brushRef="#br0" timeOffset="-116860.19">25647 11078 0,'0'0'0,"0"0"0,6-1 0,-6 1 15,9 0-15,6-2 16,4-4-16,2 2 16,-21 4-16,25-3 0,1-1 15,-26 4-15,30-6 16,1 0-16,1-3 16,-32 9-16,31-5 15,-31 5-15,20-4 16,-20 4-16,15-3 15,-9 1-15,-9 0 16,-13-6-16,-1 4 16</inkml:trace>
  <inkml:trace contextRef="#ctx0" brushRef="#br0" timeOffset="-116390.19">25698 11043 0,'0'0'0,"0"0"0,0 0 0,0 0 0,-2-2 15,2 2-15,-2-1 16,2 1-16,-2 3 16,-1 5-16,-2 6 15,5-14-15,-6 18 16,2 0-16,4-18 16,-2 20-16,2-20 15,2 20-15,-2-20 16,4 17-16,8-5 0,4-3 15,5-8-15,-21-1 16,24 2-16,2-4 16,-26 2-16,33-4 15,-4 3-15,-29 1 16,30 1-16,-30-1 16,29 3-16,-2 6 15,-7 3-15,-20-12 16,16 16-16,-7-1 15,-9-15-15,5 19 0,-7-1 16,-8-1-16,-8-1 16,0-4-16,18-12 15,-26 8-15,-2 0 16,1 2-16,27-10 16,-32 9-16,5-2 15,27-7-15,-26 8 16,5 0-16,21-8 15</inkml:trace>
  <inkml:trace contextRef="#ctx0" brushRef="#br0" timeOffset="-115160.19">26311 11085 0,'0'0'0,"4"-6"0,-4 6 0,7-10 0,2-7 16,-9 17-16,8-20 16,-8 20-16,6-20 15,-6 2-15,-5 1 16,-8 4-16,13 13 15,-15-3-15,-5 3 16,20 0-16,-24 6 16,1 7-16,5 4 15,18-17-15,-19 19 0,6 2 16,13-21-16,-10 21 16,10-21-16,-5 22 15,5-22-15,3 18 16,3-5-16,6-3 15,3-8-15,-15-2 16,19-1-16,-4-3 16,-15 4-16,25-8 15,-3-4-15,-22 12 16,17-12-16,-17 12 16,14-14-16,-2-3 0,-12 17 15,11-18-15,-11 18 16,7-15-16,-7 15 15,5-11-15,-5 11 16,3-7-16,-3 7 16,1-5-16,-1 5 15,0-1-15,0 1 16,-5 6-16,5-6 16,-4 11-16,0 7 15,4-18-15,-4 24 16,2 2-16,0 4 0,2-2 15,0-3-15,0-25 16,-2 30-16,1 2 16,0-4-16,1-28 15,-2 28-15,-1-3 16,3-25-16,-1 23 16,1-23-16,-5 16 15,5-16-15,-2 15 16,2-15-16,-2 9 0,2-9 15,-1 7-15,1-7 16,-1 3-16,1-3 16,0 3-16,0-3 15,0 1-15,0-1 16,0 0-16,0 0 16,0-3-16,0 3 15,-1-1-15,1 1 16,1-3-16,-1 3 15,0-4-15,0 4 0,0-4 16,0 4-16,0-3 16,0 3-16,0-1 15,0 1-15,0-2 16,0 2-16,0 0 16,0 0-16,0 0 15,0 0-15,0 0 16,0 0-16,0 0 15,0 0-15,0 0 16,0 0-16,0 0 16,0 0-16,0 0 0,0 0 15,0 0-15,0 0 16,0 0-16,0 0 16,-2-2-16,2 2 15,-1-1-15,1 1 16,-1 0-16,1 0 15,0 1-15,0-1 16,0 0-16,0 0 16,0 2-16,0-2 15,1 2-15,-1-2 0,-1 0 16,1 0-16,-2 2 16,1 3-16,-4-7 15</inkml:trace>
  <inkml:trace contextRef="#ctx0" brushRef="#br0" timeOffset="-114050.19">26750 11030 0,'0'0'0,"0"0"0,0 0 0,-2-5 0,2 5 16,-2-6-16,2 6 15,3-6-15,-3 6 16,1-4-16,-1 4 16,6-5-16,6 2 15,6 2-15,2 1 16,2 0-16,3-1 15,1-4-15,-1 0 0,0 2 16,-25 3 0,28-1-16,-28 1 0,23-1 15,-23 1-15,20 1 16,-11-1-16,-13 1 16,-8 1-16,-6-2 15,-3-1-15,-2 4 16,23-3-16,-20 3 15,-3 1-15,23-4 16,-23 1-16,4 0 0,19-1 16,-20 0-16,20 0 15,-15-2-15,15 2 16,-15 0-16,15 0 16,-13 6-16,-2 3 15,15-9-15,-13 15 16,13-15-16,-12 13 15,12-13-15,-8 17 16,8-17-16,-1 16 16,1-16-16,4 16 0,3-4 15,-7-12-15,15 12 16,5-5-16,1 1 16,2-3-16,-23-5 15,28 7-15,1-1 16,0 3-16,-1-3 15,-28-6-15,22 14 16,-2-1-16,-20-13 16,19 18-16,-19-18 15,11 18-15,-7 4 0,-9-3 16,5-19-16,-12 17 16,-10-5-16,-6-3 15,-5-4-15,0 0 16,2-4-16,1-1 15,30 0-15,-26 0 16,4 0-16,22 0 16,-23-1-16,23 1 15,-18 0-15,18 0 16,-15 0-16,5-3 16,8-4-16,6-4 0</inkml:trace>
  <inkml:trace contextRef="#ctx0" brushRef="#br0" timeOffset="-113420.19">27283 11009 0,'0'0'0,"0"0"0,4-6 0,-4 6 0,8-6 16,6 1-16,1-2 16,-15 7-16,20-6 15,-20 6-15,16-2 16,3 4-16,-19-2 16,18 7-16,-3 3 15,-15-10-15,10 14 16,-6-1-16,-8 1 15,-5 2-15,9-16 0,-14 16 16,0 0-16,14-16 16,-18 16-16,18-16 15,-18 12-15,18-12 16,-15 9-16,15-9 16,-12 9-16,6-3 15,8-1-15,-2-5 16,11 6-16,6 1 15,6-4-15,-1 3 16,-22-6-16,30 6 0,-4 3 16,-1 4-16,-25-13 15,24 14-15,-24-14 16,18 19-16,-6-1 16,-12-18-16,3 17 15,-8 1-15,5-18 16,-17 16-16,-6-5 15,-6-2-15,29-9 16,-32 5-16,1-1 16,31-4-16,-28 0 0,28 0 15,-23 2-15,23-2 16,-22 0-16,22 0 16,-12-2-16,6-8 15</inkml:trace>
  <inkml:trace contextRef="#ctx0" brushRef="#br0" timeOffset="-112660.19">27712 11000 0,'0'0'0,"0"0"0,0 0 0,-1-1 16,1 1-16,0-3 15,0 3-15,0-4 16,0 4-16,0-4 16,0 4-16,7-1 0,4 0 15,8 6-15,-19-5 16,22 6-16,6-2 15,4 3-15,-1 0 16,-3 0-16,-28-7 16,25 10-16,-25-10 15,22 11-15,-6 4 16,-16-15-16,9 19 16,-6 1-16,-3-20 15,0 24-15,-8-4 0,8-20 16,-12 23-16,12-23 15,-16 18-15,16-18 16,-18 16-16,18-16 16,-17 16-16,17-16 15,-13 12-15,13-12 16,-8 7-16,8-7 16,-4 6-16,5-1 15,-1-5-15,11 6 16,5 3-16,1 0 15,-17-9-15,23 12 0,-23-12 16,17 14-16,-17-14 16,12 13-16,-10 3 15,-2-16-15,-10 14 16,-10-7-16,-11 2 16,-1-7-16,2-2 15,30 0-15,-28-1 16,28 1-16,-20-1 15,20 1-15,-21-1 16,21 1-16,-15-1 0,15 1 16,-9-3-16,9 3 15,-5-1-15,5 1 16,-3-1-16,3 1 16,0-2-16,0 2 15,-2 2-15,-3 5 16</inkml:trace>
  <inkml:trace contextRef="#ctx0" brushRef="#br0" timeOffset="-111090.19">25625 11750 0,'0'0'0,"0"0"0,0 0 0,2-2 0,-2 2 16,4-8-16,-4 8 16,11-5-16,-11 5 15,11-6-15,-11 6 16,12-4-16,6 3 16,1 5-16,-19-4 0,21 4 15,6-1-15,5-2 16,-32-1-16,33 0 15,1 0-15,-34 0 16,37-1-16,-37 1 16,33 0-16,-33 0 15,24 0-15,-7 2 16,-15 2-16,-15-5 16,-6 0-16,-4-1 15,-3-2-15,2-3 16,0 4-16,1 3 0,23 0 15,-25 0-15,5 2 16,20-2-16,-21 8 16,21-8-16,-17 6 15,17-6-15,-16 1 16,16-1-16,-10 0 16,10 0-16,-8-1 15,8 1-15,-4 2 16,-5 5-16,9-7 0,-9 13 15,0 4-15,9-17 16,-13 19-16,4 1 16,9-20-16,-7 24 15,7-24-15,-5 18 16,5-18-16,-2 20 16,2-20-16,3 13 15,-3-13-15,7 13 16,4-6-16,-11-7 15,15 6-15,5-5 0,-20-1 16,21 4-16,-1-6 16,-20 2-16,27-2 15,-2 2-15,-25 0 16,25 2-16,-3 3 16,-22-5-16,23 12 15,-4 1-15,1 2 16,-20-15-16,16 16 15,-8 2-15,-8-18 16,5 19-16,-8 0 16,3-19-16,-9 20 0,-4-1 15,13-19-15,-21 20 16,-1-5-16,-4-5 16,26-10-16,-28 6 15,0 0-15,28-6 16,-28 1-16,28-1 15,-27 5-15,27-5 16,-24 0-16,24 0 16,-19-4-16,6-2 15,7-5-15,4-5 16</inkml:trace>
  <inkml:trace contextRef="#ctx0" brushRef="#br0" timeOffset="-110660.19">26103 11773 0,'0'0'0,"0"0"0,0 0 0,2-1 0,-2 1 15,4-1-15,-4 1 16,1 0-16,3 4 16,-4-4-16,-1 8 15,1-8-15,-2 13 16,-2 6-16,4-19 31,-2 22-31,1 2 16,5 0-16,-1 0 0,-3-24 15,4 26-15,-2-1 0,-2-25 0,3 27 16,1-3-16,-4-24 16,5 24-16,-5-24 15,4 20-15,-4-20 16,3 14-16,-3-14 16,1 13-16,-1-13 15,-4 12-15,4-12 16,-5 6-16,1-12 15</inkml:trace>
  <inkml:trace contextRef="#ctx0" brushRef="#br0" timeOffset="-109780.19">26262 11885 0,'0'0'0,"0"0"0,1 0 0,-1 0 15,0-7-15,0 7 16,1-8-16,-1 8 16,0-9-16,0 9 15,0-11-15,0 11 31,0-13-31,0 1 16,0 12-16,6-11 16,1-2-16,-7 13 15,11-10-15,2 0 0,1 4 16,-14 6-16,17-4 16,2 4-16,0 4 15,3 0-15,-22-4 16,22 6-16,-5 2 15,-17-8-15,23 8 16,-4 5-16,-19-13 16,17 16-16,-17-16 15,10 18-15,-1 5 0,-8 1 16,-5 0-16,-6-6 16,-4 0-16,1 1 15,-8-3-15,-1-2 16,-3 5-16,-1-1 15,3-1-15,-5-2 16,28-15-16,-24 14 16,0 1-16,24-15 15,-23 12-15,23-12 16,-21 11-16,21-11 0,-14 7 16,14-7-16,-9 6 15,9-2-15,9-2 16,7-3-16,2-4 15,4 0-15,-22 5 16,21-5-16,3 3 16,-24 2-16,26-3 15,-26 3-15,29-2 16,-29 2-16,24-4 16,-24 4-16,23-4 15,-23 4-15,16-2 0,-16 2 16,9-1-16,-9 1 15,5 0-15,-5 0 16,-3 0-16,3 0 16,-4 0-16,4 0 15,-7 4-15,7-4 16,-6 4-16,6-4 16,-10 4-16,10-4 15,-6 6-15,-4-4 16,8-7-16</inkml:trace>
  <inkml:trace contextRef="#ctx0" brushRef="#br0" timeOffset="-109090.19">26572 11837 0,'0'0'0,"0"0"0,5-4 0,-5 4 16,5-5-16,1-1 16,-6 6-16,14-6 15,-14 6-15,13-6 16,5 2-16,-18 4 15,23-2-15,0 5 16,-23-3-16,21 9 0,-21-9 16,22 11-16,-4 4 15,-18-15-15,17 21 16,-13-1-16,-4-20 16,-3 22-16,-6-2 15,-6 1-15,-1-5 16,16-16-16,-19 14 15,1-3-15,18-11 16,-18 7-16,18-7 0,-14 4 16,14-4-16,-9 3 15,9-3-15,0 1 16,7-2-16,-7 1 16,18-3-16,5 0 15,-23 3-15,27-2 16,1 4-16,9 5 15,-6 2-15,-31-9 16,28 7-16,-6 3 0,-22-10 16,25 13-1,-9-2-15,-16-11 0,16 15 16,-8 0-16,-8-15 16,-2 18-16,-6-4 15,8-14-15,-14 13 16,-6-2-16,-5 2 15,25-13-15,-26 7 16,-1-1-16,27-6 0,-24 4 16,0 2-16,24-6 15,-24 1-15,4-5 16,11-7-16,3-4 16</inkml:trace>
  <inkml:trace contextRef="#ctx0" brushRef="#br0" timeOffset="-108530.19">27016 11780 0,'0'0'0,"0"0"0,0 0 16,2-1-16,-2 1 16,6-3-16,4 3 15,-10 0-15,15 2 16,4 0-16,2 1 16,-21-3-16,23 1 0,3-1 15,2-1-15,-28 1 16,27 0-16,3-1 15,-2-1-15,-28 2 16,25-1-16,-25 1 16,20-3-16,-20 3 15,19 4-15,-19-4 16,12 6-16,-2 8 16,-10-14-16,4 18 0,-4 1 15,-2 5-15,-6 0 16,1 1-16,2 2 15,5-27-15,-4 27 16,-3-1-16,7-26 16,-10 32-16,1-3 15,9-29-15,-9 29 16,9-29-16,-10 26 16,10-26-16,-8 23 15,8-23-15,-4 21 16,4-21-16,-4 16 0,-3 1 15,7-17-15,-11 13 16</inkml:trace>
  <inkml:trace contextRef="#ctx0" brushRef="#br0" timeOffset="-106790.19">25832 12536 0,'0'0'0,"0"0"0,0 0 0,0 3 16,0-3-16,0 4 16,-4 6-16,4-10 15,-10 17-15,-4 2 16,14-19-16,-24 23 15,-5 4-15,-5 0 16,-1 0-16,6-2 16,1-4-16,3-1 15,5-3-15,20-17 0,-18 18 16,18-18-16,-15 16 16,15-16-16,-13 18 15,13-18-15,-7 13 16,8-1-16,-1-12 15,11 6-15,6-3 16,-17-3-16,28 2 16,3-5-16,7 0 15,-3 0-15,-35 3 0,34-4 16,-34 4-16,31-6 16,-31 6-16,28-8 15,-28 8 1,22-9-16,-22 9 0,13-13 15,-13 13-15,6-15 16,-6 15-16,-1-17 16,1 17-16,-4-16 15,4 16-15,-5-14 16,5 14-16,-6-10 16,6 10-16,-8-1 0,4 8 15,4-7-15,-4 13 16,2 5-16,2 6 15,1 1-15,4 1 16,0-1-16,0 2 16,-1-3-16,-2 0 15,-2-24-15,2 22 16,-2-22-16,0 22 16,0-22-16,1 22 15,3-10-15</inkml:trace>
  <inkml:trace contextRef="#ctx0" brushRef="#br0" timeOffset="-106210.19">26023 12699 0,'0'0'0,"0"0"0,0 0 0,-1-5 0,2-3 15,-1 8-15,4-14 16,-4 14-16,4-14 16,-4 14-16,5-15 15,6 0-15,-11 15 16,14-13-16,3 4 15,3 3-15,-20 6 16,23 0-16,-23 0 16,22 6-16,-1 6 0,-21-12 15,17 16-15,-3 7 16,-14-23-16,5 23 16,-9 4-16,-4 3 15,-3-4-15,-2 0 16,-4-6-16,17-20 15,-19 17-15,19-17 16,-16 17-16,0 0 16,16-17-16,-9 19 0,9-19 15,-4 12-15,10-3 16,-6-9-16,14 4 16,9-4-16,9-6 15,2 4-15,-34 2 16,36-6-16,-36 6 15,33-3-15,-33 3 16,27-2-16,-27 2 16,22 0-16,-22 0 15,13 5-15,-10-7 0</inkml:trace>
  <inkml:trace contextRef="#ctx0" brushRef="#br0" timeOffset="-105490.19">26653 12639 0,'0'0'0,"0"0"0,0 0 16,1-5-16,-4-5 0,3 10 15,-8-12-15,-6 2 16,-6-1-16,20 11 16,-24-6-16,-2 6 15,26 0-15,-25 3 16,1 4-16,24-7 16,-20 10-16,2 4 15,18-14-15,-14 15 16,14-15-16,-6 17 0,6-17 15,-4 17-15,8 1 16,4-1-16,-8-17 16,18 16-16,-2-3 15,8 1-15,3-3 16,-1-1-16,-26-10 16,24 12-16,3 0 15,2-2-15,-29-10 16,30 17-16,-7-1 0,1 4 15,-24-20-15,14 20 16,-14-20-16,10 22 16,-10 1-16,-10 1 15,-4-3-15,-6-5 16,-4-3-16,1-5 16,-3-2-16,26-6 15,-24 0-15,-1-2 16,25 2-16,-25-7 15,6-4-15,19 11 16,-15-18-16,4-4 0,5-6 16,6-1-16,5 1 15,10 3-15,1 0 16,6 0-16,1 2 16,3 0-16,-1 1 15,2 4-15,-3-1 16,-24 19-16,22-17 15,-22 17-15,19-14 16,-7 2-16,-12 12 16</inkml:trace>
  <inkml:trace contextRef="#ctx0" brushRef="#br0" timeOffset="-103210.19">26941 12587 0,'0'0'0,"0"0"0,0 0 0,3 0 0,-3 0 16,3-2-16,-3 2 15,5 0-15,-5 0 16,5 1-16,-5-1 16,7 5-16,-7-5 15,4 10-15,-4-10 16,4 7-16,-4-7 0,2 4 15,-2-4-15,1 2 16,-1-2-16,1-5 16,-1 5-16,2-15 15,-2-1-15,0 16 16,-3-20-16,3 20 16,-4-17-16,4 17 15,-3-16-15,3 16 16,-1-15-16,1 15 15,-1-12-15,1 12 0,0-5 16,0 7-16,0-2 16,8 6-16,-8-6 15,10 8-15,-10-8 16,15 8-16,4-2 16,-19-6-16,25 6 15,-1-3-15,-24-3 16,27-1-16,-2 2 15,-25-1-15,22-1 16,-22 1-16,20-2 16,-20 2-16,14-3 0,-14 3 15,9-1-15,-9 1 16,4-2-16,-4 2 16,2 0-16,-4 3 15,2-3-15,-9 4 16,9-4-16,-11 7 15,2 7-15,-3 5 16,12-19-16,-12 20 16,0 3-16,4 3 15,-6 1-15,6-1 0,8-26 16,-8 29-16,2 0 16,6-29-16,-5 31 15,-2-1-15,7-30 16,-10 26-16,10-26 15,-7 22-15,7-22 16,-8 16-16,8-16 16,-3 11-16,1-6 15,1-10-15,2-7 0</inkml:trace>
  <inkml:trace contextRef="#ctx0" brushRef="#br0" timeOffset="-102450.19">27351 12649 0,'0'0'0,"0"0"0,0 0 0,2-5 0,-1-3 15,-1 8-15,3-14 16,-3 14-16,-1-14 16,2-7-16,0-1 15,-1 22-15,6-19 16,-6 19-16,5-17 16,-5 17-16,10-15 15,4 2-15,9 2 0,-2 6 16,4 3-16,-3 5 15,-1 1-15,-21-4 16,22 6-16,-2 2 16,5 6-16,-5 2 15,-20-16-15,14 19 16,-4 2-16,-10-21 16,4 22-16,-3 1 15,-7 4-15,6-27 16,-12 27-16,-4-2 15,-7 2-15,23-27 0,-31 26 16,0-2 0,-5 2-16,2-5 0,4 0 15,30-21-15,-27 18 16,27-18-16,-24 17 16,24-17-16,-20 13 15,20-13-15,-17 12 16,6-3-16,11-9 15,2 7-15,7-3 16,12-4-16,4 0 0,5-3 16,2-2-16,3 1 15,-2 1-15,-33 3 16,36-4-16,-1 0 16,-2 2-16,-33 2 15,28-4-15,-28 4 16,24-4-16,-24 4 15,14-4-15,-14 4 16,9-1-16,-9 1 16,6-1-16,-6 1 15,-3 2-15,-5 1 0,-6-2 16,14-1-16</inkml:trace>
  <inkml:trace contextRef="#ctx0" brushRef="#br0" timeOffset="-101030.19">25504 13430 0,'0'0'0,"0"0"0,0 0 0,0-4 0,0 4 0,2-7 16,5-1-16,6-3 16,3 1-16,5 7 15,-21 3-15,22-3 16,-1 3-16,0 5 16,-21-5-16,21 4 15,-21-4-15,16 8 0,-16-8 16,13 14-1,-9 2-15,-4-16 0,-2 20 16,-10 0-16,-6-1 16,18-19-16,-20 15 15,20-15-15,-20 16 16,20-16-16,-19 9 16,19-9-16,-18 9 15,18-9-15,-9 5 16,9-5-16,-1 2 0,8-2 15,-7 0-15,19 0 16,4 0-16,-23 0 16,30 2-16,-6 7 15,-24-9-15,27 13 16,-27-13-16,17 15 16,-17-15-16,14 17 15,-14-17-15,7 20 16,-10 1-16,3-21 15,-13 19-15,-8-4 0,-4-1 16,25-14-16,-25 9 16,25-9-16,-22 7 15,22-7-15,-20 1 16,20-1 0,-15 4-16,15-4 0,-11 0 15,8-7-15,13-9 16,1-5-16</inkml:trace>
  <inkml:trace contextRef="#ctx0" brushRef="#br0" timeOffset="-100450.19">25901 13448 0,'0'0'0,"0"0"0,0 0 0,2-7 16,-2 7-16,5-7 15,-5 7-15,6-7 16,-1 5-16,-5 2 16,-1 3-16,-4 9 15,-2 7-15,7-19 16,-10 21-16,0 6 16,10-27-16,-6 29 0,-2-3 15,8-26-15,-1 27 16,1-27-16,3 23 15,4-3-15,-7-20 16,13 13-16,-13-13 16,16 6-16,5-5 15,-21-1-15,25-5 16,-25 5-16,19-11 16,-19 11-16,20-15 15,-20 15-15,19-18 0,-19 18 16,18-17-16,-18 17 15,12-17-15,-12 17 16,8-12-16,-8 12 16,4-8-16,-4 8 15,2-3-15,-3 5 16,1-2-16,0 11 16,-1 3-16,-5 7 15,6-21-15,-2 21 16,2 3-16,-1 1 0,1-25 15,0 29-15,3-1 16,0-1-16,-3-2 16,0-25-16,2 24 15,-2-24-15,1 21 16,1-7-16,1-16 16</inkml:trace>
  <inkml:trace contextRef="#ctx0" brushRef="#br0" timeOffset="-99060.19">26311 13438 0,'0'0'0,"0"0"0,0 0 0,0 1 0,0-1 16,3 2-1,-3-2-15,0 10 0,-5 3 16,-2 11-16,-4 0 16,0 0-16,3 1 15,8-25-15,-9 24 16,3-1-16,6-23 15,-4 23-15,4-23 16,1 20-16,-1-20 16,10 18-16,-10-18 15,14 10-15,7-6 0,1-3 16,-22-1-16,24-5 16,-3-5-16,-21 10 15,23-10-15,-5-2 16,-18 12-16,19-15 15,-3-3-15,-16 18 16,17-17-16,-17 17 16,8-17-16,-8 17 15,8-16-15,-8 16 16,5-9-16,-5 9 0,2-6 16,-2 6-1,-1-3-15,1 3 0,-1 1 16,1-1-16,-2 9 15,-2 3-15,4-12 16,-3 18-16,3 2 16,0-20-16,-2 27 15,6-3-15,-3 1 16,-1-25-16,5 23 16,-5-23-16,2 23 0,-2-23 15,3 20-15,-3-20 16,4 21-16,-4-21 15,2 17-15,-2-17 16,3 16-16,-3-16 16,4 13-16,-4-13 15,3 7-15,-3-7 16,4 5-16,-4-5 16,3 3-16,-3-3 15,2 3-15,-2-3 0,1 0 16,-1 0-16,1 0 15,-1 0-15,0 0 16,0 0-16,-1-1 16,1 1-16,0-1 15,0 1-15,0 0 16,0 0-16,0-1 16,0 1-16,0 0 15,0 0-15,0 0 16,0 0-16,0 0 15,0 0-15,0 0 16,0 0-16,0 0 0,0 0 16,0 0-16,0 0 15,0 0-15,0 0 16,0 0-16,0 0 16,0 0-16,0 0 15,0 0-15,0 0 16,-1 0-16,1 0 15,0 0-15,0 0 16,-1 0-16,1 0 0,0 0 16,0 0-16,1 0 15,-1 0-15,0 0 16,0 0-16,0 0 16,0 0-16,1 0 15,-1 0-15,0 0 16,0 0-16,0 0 15,0 0-15,0 0 16,0 0-16,0 0 16,0 0-16,0 0 0,0 0 15,0 0-15,0 0 16,0 0-16,0 0 16,0 0-16,0 0 15,-1 0-15,1 0 16,0 0-16,0 0 15,0 0-15,0 0 16,0 0-16,0 0 16,0 0-16,0 0 15,0 0-15,0 0 0,-1 0 16,-7 0-16,8 0 16,-9-7-16</inkml:trace>
  <inkml:trace contextRef="#ctx0" brushRef="#br0" timeOffset="-97850.19">26711 13491 0,'0'0'0,"0"0"0,0 0 0,0 0 0,0 0 15,0 0-15,0 0 16,-1 3-16,1-3 15,-2 0-15,2 0 0,-1-2 16,2 1-16,7-3 16,5 0-16,4-1 15,-17 5-15,20-3 16,4 0-16,-24 3 16,29-5-16,-1 2 15,-28 3-15,29 0 16,-29 0-16,24 1 15,-24-1-15,21 7 16,-9 4-16,-12-11 0,1 15 16,-8 1-16,-6 1 15,13-17-15,-20 14 16,20-14 0,-18 13-16,18-13 0,-18 12 15,18-12-15,-20 10 16,20-10-16,-15 5 15,15-5-15,-9 4 16,9-4-16,1 0 16,8 0-16,-9 0 0,24 0 15,2 1-15,0 3 16,-26-4-16,28 5 16,-28-5-16,26 12 15,-4 4-15,-22-16 16,17 19-16,-17-19 15,9 21-15,-9-1 16,-9-1 0,9-19-16,-13 17 0,-5-3 15,-9-1-15,27-13 16,-28 7-16,-2-2 0,30-5 16,-32 4-16,32-4 15,-26 3-15,26-3 16,-19 4-16,19-4 15,-16 7-15,16-7 16,-8 4-16,7-4 16,7-6-16</inkml:trace>
  <inkml:trace contextRef="#ctx0" brushRef="#br0" timeOffset="-96990.19">27399 13525 0,'0'0'0,"0"0"0,3-6 0,-3 6 0,2-11 0,-2 11 16,-1-14-16,-5-3 16,-4 0-16,10 17 15,-17-13-15,-1 2 16,18 11-16,-28-7 16,2 8-16,-2 6 15,3-2-15,25-5 16,-24 10-16,24-10 0,-19 15 15,19-15-15,-15 17 16,5 3-16,10-20 16,-7 23-16,10-6 15,-3-17-15,11 16 16,4-2-16,4 2 16,7-4-16,0 1 15,-1-1-15,2 0 16,-1-2-16,0 0 15,-26-10-15,22 15 0,-2 2 16,-20-17-16,17 20 16,-6 3-16,-4 2 15,-7-25-15,4 23 16,-9 1-16,-5-3 16,-4-1-16,-5-3 15,-4-9-15,23-8 16,-24 5-16,-1-2 15,-3-6-15,2-1 16,26 4-16,-23-7 0,2-3 16,21 10-16,-16-17 15,0-3-15,8-4 16,4 0-16,6 2 16,4 2-16,0-2 15,9 2-15,-1 1 16,3-1-16,-17 20 15,23-18-15,2-2 16,9-3-16,-3 2 16,-6 2-16,1 3 0,-26 16 15,24-11-15,-24 11 16,19-8-16,-19 8 16,14-4-16,-14 4 15,13-4-15,-13 4 16,6-2-16,-6 2 15,0 2-15,-4 4 16,-3 5-16,7-11 16,-12 7-16,-6-1 15</inkml:trace>
  <inkml:trace contextRef="#ctx0" brushRef="#br0" timeOffset="-94920.19">25356 14331 0,'0'0'0,"0"0"0,2-6 0,-1-1 0,-1 7 15,5-13-15,-1 1 16,-4 12-16,6-14 16,-6 14-16,4-14 15,-4 14-15,4-14 16,-4 14-16,6-14 16,-6 14-16,6-15 15,-6 15-15,8-10 16,4 0-16,-12 10 15,19-5-15,-4 5 0,-15 0 16,22 3-16,-22-3 16,17 9-16,1 5 15,-18-14-15,12 18 16,-6 3 0,-9 6-16,3-27 0,-7 27 15,-7 1-15,-7 1 16,-6 0-16,7-2 15,-5-2-15,1-3 0,6-3 16,18-19-16,-17 18 16,-1-4-16,18-14 15,-10 17-15,10-17 16,-8 12-16,11-3 16,-3-9-16,13 4 15,7-4-15,-20 0 16,29-4-16,4-2 15,-33 6-15,39-4 16,-1-4-16,-38 8 16,37-4-16,-37 4 0,31-3 15,-31 3-15,26-1 16,-26 1-16,19 0 16,1 0-16,-7-11 15</inkml:trace>
  <inkml:trace contextRef="#ctx0" brushRef="#br0" timeOffset="-93920.19">25826 14219 0,'0'0'0,"0"0"0,1-1 0,-1 1 16,8-3-16,5 2 16,-13 1-16,17-2 0,5 1 15,3-3-15,-25 4 16,26-2-16,-26 2 15,25 1-15,-25-1 16,24 0-16,-24 0 16,23 1-16,-9 3 15,-14-4-15,4 5 16,-4-5-16,-5 6 16,-12 3-16,17-9 15,-23 5-15,-1-2 0,24-3 16,-28 1-16,28-1 15,-25-3-15,25 3 16,-23-3-16,23 3 16,-21-5-16,21 5 15,-19-6-15,19 6 16,-16-7-16,16 7 16,-14-2-16,14 2 15,-10 0-15,10 0 16,-14 2-16,6 7 15,8-9-15,-5 13 0,5-13 16,-3 14-16,3-14 16,-2 18-16,2-18 15,0 19-15,0-19 16,-1 20-16,2-2 16,-1-18-16,3 20 15,-3-20-15,2 13 16,-2-13-16,5 12 15,-5-12-15,4 8 0,-4-8 16,6 5-16,-6-5 16,9 2-16,-9-2 15,12 0-15,4-4 16,-16 4-16,18-3 16,-18 3-16,20-2 15,-20 2-15,23 1 16,-23-1-16,22 4 15,0 2-15,-22-6 16,18 9-16,-18-9 0,15 16 16,-2 3-16,-5 2 15,-8-21-15,2 22 16,-5-1-16,-4 3 16,-9-6-16,16-18 15,-19 14-15,2 0 16,17-14-16,-25 12 15,1 0-15,24-12 16,-28 11-16,28-11 16,-25 9-16,25-9 15,-26 7-15,26-7 16,-21 3-16,3-5 0,14-6 16,6-6-16,6-3 15</inkml:trace>
  <inkml:trace contextRef="#ctx0" brushRef="#br0" timeOffset="-92650.19">26349 14207 0,'0'0'0,"0"0"0,1-6 0,-1 6 15,-4-8-15,3-4 16,1 12-16,-9-15 16,-5 1-16,14 14 15,-20-8-15,-1 3 0,21 5 16,-23-1-16,1 2 15,22-1-15,-21 6 16,6 4-16,15-10 16,-14 14-16,14-14 15,-10 17-15,4 3 16,6-20-16,-1 21 16,1-21-16,6 19 15,4-3-15,-10-16 16,18 10-16,1-2 0,1-6 15,-20-2-15,23 1 16,-1-3 0,-22 2-16,18-7 0,-18 7 15,20-8-15,-3-4 16,-17 12-16,18-13 16,-18 13-16,14-10 15,-14 10-15,11-12 16,-11 12-16,5-11 15,-5 11-15,4-9 0,-4 9 16,-1-6-16,1 6 16,-2-3-16,2 3 15,-2 3-15,2-3 16,-2 7-16,-3 3 16,5-10-16,-2 15 15,2-15-15,1 18 16,1 2-16,-2-20 15,0 24-15,-1 2 16,1 4-16,0-30 16,1 32-16,2 0 15,0-1-15,0 0 0,-3-31 16,-3 25-16,0 1 16,1-1-16,2-25 15,0 23-15,-1-4 16,1-19-16,3 20 15,-3-20-15,3 15 16,-3-15-16,3 13 16,-3-13-16,1 8 15,-1-8-15,2 6 0,-2-6 16,1 2-16,-1-2 16,1 1-16,-1-1 15,-4-2-15,4 2 16,-1-2-16,1 2 15,-5-4-15,5 4 16,-4-5-16,4 5 16,-7-5-16,7 5 15,-3-5-15,3 5 16,-4-3-16,4 3 0,-2-3 16,2 3-16,-1-1 15,1 1-15,0 0 16,0 0-16,0 0 15,0 0-15,0 0 16,0 0-16,0 0 16,0 0-16,0 0 15,0 0-15,0 0 16,0 0-16,0 0 16,0 0-16,0 1 15,0-1-15,-1 2 0,1-2 16,1 3-16,-1-3 15,0 2-15,0-2 16,0 1-16,0-1 16,0 1-16,0-1 15,0 0-15,0 0 16,0 0-16,0 0 16,0 0-16,0 0 15,0 0-15,-3 0 16,3 0-16,-10 1 0,10-1 15</inkml:trace>
  <inkml:trace contextRef="#ctx0" brushRef="#br0" timeOffset="-91380.19">26692 14163 0,'0'0'0,"0"0"0,0 0 0,1-1 0,-1 1 16,1 2-16,-1-2 0,-1 1 16,1-1-1,-2-2-15,2 2 0,-6-1 16,6 1-16,-4-1 16,4 1-16,-3-4 15,3 4-15,1-5 16,-1 5-16,4-4 15,-4 4-15,9-4 16,7-1-16,-16 5 16,24-1-16,-1 2 15,-23-1-15,25 3 0,-25-3 16,21 8-16,-5 3 16,-6 5-16,-10-16 15,9 20-15,-10-2 16,1-18-16,-8 21 15,-4-1-15,12-20 16,-17 19-16,-4-3 16,21-16-16,-19 14 15,19-14-15,-19 10 0,19-10 16,-14 6-16,14-6 16,-9 4-16,9-4 15,-5 2-15,5 0 16,0-2-16,9 1 15,-9-1-15,14 0 16,8 4-16,-22-4 16,25 5-16,1 2 15,-26-7-15,28 12 16,-7 2-16,-3 5 16,-6 2-16,-12-21 0,11 22 15,-9 3-15,-2-25 16,-6 27-16,-7-2 15,-7 3-15,-2-4 16,-2-10-16,24-14 16,-24 16-1,-1-4-15,25-12 0,-28 10 16,7-2-16,21-8 16,-20 6-16,20-6 15,-16 2-15,5-6 0,11 4 16,-4-11-16,9-4 15,10-7-15,1-6 16</inkml:trace>
  <inkml:trace contextRef="#ctx0" brushRef="#br0" timeOffset="-90650.19">27231 14166 0,'0'0'0,"0"0"0,0 0 0,0-3 0,0 3 16,5-1-16,-2 1 15,-3 0-15,-3 4 16,-2 4-16,5-8 15,-7 14-15,-4 5 0,-5 4 16,3-1-16,13-22 16,-15 24-16,3 2 15,-1 2-15,13-28 16,-10 28-16,1 0 16,9-28-16,-7 28 15,7-28-15,-8 23 16,8-23-16,-1 20 15,1-20-15,0 18 16,0-18-16,3 14 16,7-8-16,4-1 15,2-5-15,-16 0 0,18-2 16,3-1-16,2 1 16,-23 2-16,21-2 15,-21 2-15,20-7 16,-20 7-16,15-9 15,-15 9-15,16-11 16,-7-1-16,-9 12 16,4-15-16,-4 15 15,2-11-15,-2 11 0,0-9 16,0 9-16,-1-6 16,1 6-16,-5-3 15,5 3-15,-5 1 16,2 4-1,3-5-15,-5 10 0,2 3 16,3-13-16,-3 19 16,4 1-16,2 6 15,4 0-15,-1 0 16,0-1-16,-2 3 16,1-3-16,-3 0 0,-2-25 15,1 27-15,-4 0 16,3-27-16,-8 30 15,8-30-15</inkml:trace>
  <inkml:trace contextRef="#ctx0" brushRef="#br0" timeOffset="-88880.19">25418 15111 0,'0'0'0,"0"0"0,0 0 0,6-2 16,-6 2-16,4-2 15,-4 2-15,5-6 16,-5 6-16,1-8 15,-1 8-15,0-9 16,0 9-16,-3-11 0,3 11 16,-11-8-16,11 8 15,-7-6-15,7 6 16,-10 0-16,1 6 16,9-6-16,-4 12 15,1 5-15,3 4 16,0 3-16,-2 3 15,4-1-15,-4 0 16,5 2-16,-3-28 0,5 29 16,-5-29-16,6 27 15,-6-27 1,4 27-16,-4-27 0,3 24 16,-3-24-16,4 17 15,-1-10-15,0-11 16,-1-9-16,0-6 15,3-7-15</inkml:trace>
  <inkml:trace contextRef="#ctx0" brushRef="#br0" timeOffset="-88380.19">25605 15084 0,'0'0'0,"0"0"0,0 0 0,1 0 0,-1 0 15,3-1-15,-3 1 16,1 0-16,-1 0 16,6 1-16,-6-1 15,10 1-15,4-3 16,-14 2-16,22-1 0,2-3 15,-24 4-15,30-4 16,-2-1-16,2-1 16,-30 6-16,27-1 15,-27 1-15,21-1 16,-21 1-16,20 2 16,-20-2-16,14 5 15,-7 6-15,-7 4 16,-1 5-16,-2 0 15,0 1-15,-3 1 0,6-22 16,-5 23-16,-4 2 16,9-25-16,-7 26 15,-1 1-15,8-27 16,-6 27-16,6-27 16,-5 22-16,5-22 15,-3 19-15,3-8 16,2-17-16,4-5 15,4-3-15,-5-8 16</inkml:trace>
  <inkml:trace contextRef="#ctx0" brushRef="#br0" timeOffset="-87650.19">25994 15122 0,'0'0'0,"0"0"0,0 0 0,0-7 16,1-3-16,-1 10 16,5-15-16,-1-2 15,-4 17-15,10-18 0,0 6 16,-10 12-16,16-11 16,-16 11-16,15-5 15,2 2-15,-17 3 16,16 3-16,-16-3 15,15 6-15,-4 6 16,-11-12-16,7 16 16,-7 2-16,0-18 15,-4 21-15,-5-2 16,9-19-16,-15 19 16,15-19-16,-12 14 0,12-14 15,-16 14-15,16-14 16,-13 11-16,13-11 15,-8 7-15,8-7 16,-4 0-16,8-4 16,-4 4-16,11-8 15,9 2-15,3-3 16,2 0-16,-25 9 16,26-4-16,-3 4 15,-1 3-15,-4 5 0,-18-8 16,18 12-16,-4 1 15,-14-13-15,13 19 16,-1-1-16,-5 3 16,-7-21-16,4 20 15,-6-1-15,2-19 16,-10 21-16,-5-4 16,15-17-16,-17 14 15,17-14-15,-18 16 16,-1-2-16,19-14 15,-20 5-15,20-5 0,-19 6 16,1-3-16,18-3 16,-21-1-16,21 1 15,-16-1-15,16 1 16,-12-2-16,12 2 16,-7-3-16,7 3 15,-5-5-15,5 5 16,-1-3-16,1 3 15,-1-4-15</inkml:trace>
  <inkml:trace contextRef="#ctx0" brushRef="#br0" timeOffset="-86450.19">26294 15172 0,'0'0'0</inkml:trace>
  <inkml:trace contextRef="#ctx0" brushRef="#br0" timeOffset="-85350.2">26490 15043 0,'0'0'0,"0"0"0,0 0 0,1 1 16,-1-1-16,2-1 15,-2 1-15,3-4 16,-3 4-16,6-5 15,2 1-15,-8 4 16,11-1-16,6-6 16,-17 7-16,18-5 15,5 0-15,3-1 16,-26 6-16,23-3 16,-23 3-16,23-1 15,-23 1-15,23-3 0,-23 3 16,20-3-16,-20 3 15,10-1-15,-3 1 16,-7 0-16,-5 2 16,-5 0-16,-8-2 15,18 0-15,-21 2 16,-4 1-16,1 1 16,-1 4-16,25-8 15,-23 4-15,23-4 16,-18 4-16,18-4 15,-17 6-15,17-6 0,-13 4 16,13-4-16,-8 5 16,8-5-16,-7 5 15,7-5-15,-2 10 16,2-10-16,1 8 16,0 0-16,-1-8 15,5 16-15,-1 0 16,-4-16-16,4 17 15,-4-17-15,2 17 16,1 1-16,-3-18 16,-2 16-16,2-16 0,-4 16 15,4-16-15,-3 14 16,3-14-16,-3 11 16,4-2-16,-1-9 15,8 5-15,3-5 16,6-2-16,1 0 15,4-3-15,0 1 16,2 2-16,-2-4 16,-1 3-16,-21 3 0,23-1 15,-23 1-15,19-3 16,-19 3-16,21-1 16,-2 5-16,-19-4 15,12 8 1,-1 4-16,-11-12 0,3 18 15,-3 3-15,-6 2 16,-3-1-16,-4-1 16,-5-6-16,-2 2 15,-1-3-15,-4-2 0,-3-4 16,-1 2-16,29-10 16,-33 6-16,-1-1 15,-3-1-15,37-4 16,-32 3-16,32-3 15,-27 0-15,10-6 16,12-7-16,7-4 16</inkml:trace>
  <inkml:trace contextRef="#ctx0" brushRef="#br0" timeOffset="-84590.2">27250 15063 0,'0'0'0,"0"0"0,5-2 0,4-4 15,-9 6-15,14-7 16,-14 7-16,13-11 16,-4-1-16,-9 12 15,4-14-15,-5-3 16,-10 0-16,11 17 16,-15-15-16,15 15 15,-19-14-15,-7 3 0,-6 6 16,32 5-16,-30-5 15,1 7-15,0 4 16,6 6-16,4 2 16,19-14-16,-20 15 15,4 3-15,16-18 16,-12 21-16,2 0 16,10-21-16,-3 21 15,3-21-15,2 18 16,7-5-16,6-4 15,-15-9-15,22 5 0,-22-5 16,19 2 0,4-6-16,-23 4 0,22-9 15,-3-2-15,-19 11 16,19-14-16,-19 14 16,14-12-16,-14 12 15,9-10-15,-9 10 16,4-7-16,-4 7 15,2-3-15,-2 3 16,0-1-16,0 1 0,0 1 16,0-1-16,0 6 15,1 8-15,-1 6 16,1 4-16,3 6 16,2 1-16,-2 0 15,-1 1-15,-2 2 16,-3-2-16,-2 1 15,1-3-15,-1 1 16,4-31-16,-8 27 16,-2 1-16,10-28 15,-12 24-15,0-9 0</inkml:trace>
  <inkml:trace contextRef="#ctx0" brushRef="#br0" timeOffset="-82320.19">25810 15851 0,'0'0'0,"0"0"0,0 0 0,1-6 0,-1 6 0,4-11 16,-4 11-16,1-16 16,-1 16-16,-2-16 15,-8-2-15,-6 6 16,-4 6-16,20 6 16,-25-2-16,-2 5 15,-4 6-15,31-9 16,-27 10-16,3 6 15,4 0-15,20-16 0,-18 20 16,18-20-16,-8 22 16,8-22-16,-3 22 15,5 1-15,-2-23 16,9 20-16,9-4 16,2-4-16,5-2 15,0 0-15,-25-10 16,26 6-16,-3 3 15,0 2-15,-23-11 16,23 12-16,-4 1 16,2 1-16,-21-14 0,14 16 15,-14-16-15,6 19 16,-2-1-16,-4-18 16,-2 24-16,-5-5 15,7-19-15,-12 17 16,1-5-16,11-12 15,-20 7-15,4-8 16,16 1-16,-19-6 16,3-8-16,2-7 15,2-1-15,4 0 0,7-4 16,5-1-16,5 2 16,3 0-16,0 3 15,5 0-15,1 1 16,-1 0-16,-17 21 15,22-19-15,-2 0 16,-20 19-16,20-15 16,-20 15-16,14-11 15,-3 6-15,-11 5 0,12-3 16,-12 3-16</inkml:trace>
  <inkml:trace contextRef="#ctx0" brushRef="#br0" timeOffset="-81150.2">26056 15756 0,'0'0'0,"0"0"0,0 0 0,0 0 0,0 0 15,3 0-15,-3 0 16,0-2-16,0 2 16,2 1-16,-2-1 15,1 2-15,-1-2 0,4 5 16,6 1-16,-10-6 15,13 6-15,-13-6 16,14 5-16,-14-5 16,21 1-16,4 0 15,-1-1-15,-24 0 16,26 0-16,-26 0 16,20 1-16,-20-1 15,17 0-15,-17 0 16,13 2-16,-13-2 15,11 5-15,-11-5 0,4 5 16,-4-5-16,2 7 16,-2-7-16,0 7 15,0-7-15,-3 10 16,3-10-16,-3 11 16,0 3-1,3-14-15,-4 19 0,-2-2 16,0 1-16,6-18 15,-7 20-15,7-20 16,-5 23-16,-2 1 0,7-24 16,-5 27-16,2-2 15,3-25-15,-4 24 16,4-24-16,-3 19 16,3-19-16,-4 17 15,4-17-15,-3 14 16,3-14-16,-2 10 15,2-10-15,1 9 16,-1-9-16,1 5 0,-1-5 16,1 4-1,-1-4-15,1 2 0,-1-2 16,0 2-16,0-2 16,0 0-16,0 0 15,0 0-15,0 0 16,0 0-16,0 0 15,0 0-15,0 0 16,0 0-16,0 0 16,0 0-16,0 0 15,0 0-15,0 0 16,0 0-16,0 0 0,0 0 16,0 0-16,0 0 15,0 0-15,0 0 16,0 0-16,1 0 15,-1 0-15,1-2 16,-1 2-16,0-1 16,0 1-16,0 0 15,0 0-15,2 0 16,-2 0-16,3 3 16,-3-3-16,3 1 0,-3-1 15,1 2-15,-1-2 16,2 1-16,-2-1 15,0 0-15,0 0 16,0 0-16,0 0 16,0 0-16,0 0 15,0 0-15,0 0 16,0 0-16,0 0 16,1 1-16,-1-1 0,-4 0 15,0-2 1,4 2-16,-2-9 0,0-6 15</inkml:trace>
  <inkml:trace contextRef="#ctx0" brushRef="#br0" timeOffset="-80680.2">26387 15803 0,'0'0'0,"0"0"0,0 0 16,0 0-16,2 1 16,-2-1-16,4 8 15,-4-8-15,4 8 16,-1 5-16,0 5 15,-3-18-15,-1 21 0,0-2 16,1-19-16,-3 25 16,4 1-16,-1-26 15,0 31-15,1-2 16,3 1-16,-4-30 16,0 27-16,0-27 15,0 25-15,0-25 16,2 24-16,-2-24 15,-3 21-15,3-21 16,-4 18-16,4-18 0,-3 13 16,3-13-1,-4 8-15,-2-8 0,1-10 16,1-5-16</inkml:trace>
  <inkml:trace contextRef="#ctx0" brushRef="#br0" timeOffset="-79950.19">26462 15868 0,'0'0'0,"0"0"0,0 0 0,0-1 0,0 1 16,-1-2-16,1 2 16,-1-7-16,1 7 15,-1-5-15,2-2 16,-1 7-16,5-6 0,-5 6 16,12-7-16,-12 7 15,14-7-15,1-2 16,5-2-16,-20 11 15,20-4-15,-20 4 16,20-1-16,-20 1 16,17 2-16,-17-2 15,19 5-15,-5 6 16,-14-11-16,12 14 16,-4 5-16,-8-19 0,2 20 15,-4 1-15,-7 2 16,9-23-16,-13 20 15,-3-3-15,16-17 16,-15 19-16,15-19 16,-15 16-16,15-16 15,-19 13-15,19-13 16,-13 10-16,13-10 16,-9 5-16,9-5 15,-5 1-15,6-6 0,-1 5 16,12-7-16,0-1 15,6-2-15,-18 10 16,20-6-16,1 1 16,-21 5-16,21-1 15,3 2-15,-24-1 16,29 5-16,-29-5 16,26 7-16,-2 7 15,-24-14-15,20 17 16,-5 2-16,-9 2 0,-6 0 15,-5 0-15,-7-3 16,-3 1-16,-8-3 16,1 3-16,-9-3 15,3-1-15,-4 0 16,32-15-16,-29 9 16</inkml:trace>
  <inkml:trace contextRef="#ctx0" brushRef="#br0" timeOffset="-78090.19">26643 16779 0,'0'0'0,"0"0"0,6-2 0,-6 2 0,11-1 16,0-1-16,-11 2 15,18-2-15,-18 2 16,12-2-16,-12 2 15,11-2-15,-11 2 16,11-7-16,-11 7 16,7-5-16,-4 0 15,-3 5-15,0-8 0,0 8 16,-1-7-16,1 7 16,-3-4-16,3 4 15,-4-8-15,4 8 16,-4-6-16,3 0 15,1 6-15,6-8 16,4 0-16,10 3 16,3 2-16,3-1 15,0-2-15,-2 1 16,6 2-16,-1-1 16,-2-1-16,1 2 0,2 3 15,-30 0-15,27-2 16,-27 2-16,24-1 15,-24 1-15,21 2 16,-21-2-16,17 1 16,-17-1-16,8 0 15,-7 3-15,-10-1 16,-6-1-16,-5 1 16,1 1-16,-5 0 15,-1 0-15,1 2 0,24-5 16,-25 6-16,-1 2 15,26-8-15,-28 6 16,1 0-16,27-6 16,-28 8-16,5-1 15,23-7-15,-22 10 16,22-10-16,-21 8 16,21-8-16,-19 9 15,19-9-15,-14 8 16,14-8-16,-13 8 15,13-8-15,-11 8 0,11-8 16,-9 8-16,9-8 16,-6 7-16,6-7 15,-7 6-15,7-6 16,-3 8-16,3-8 16,-4 11-16,4-11 15,0 12-15,0-12 16,6 12-16,-6-12 15,6 10-15,-6-10 0,10 10 16,1 1-16,-11-11 16,15 10-16,-15-10 15,13 6-15,3-1 16,-16-5-16,19 4 16,2-2-16,-1-1 15,-20-1-15,22 2 16,-2-2-16,-20 0 15,22 1-15,-22-1 16,19 3-16,2 2 16,-21-5-16,18 7 15,-4 2-15,-14-9 0,13 11 16,-2 4-16,-11-15 16,5 18-16,-7 0 15,-6 4-15,-6-1 16,-2-1-16,-4-1 15,-5 1-15,-3-1 16,-6 2-16,-11-3 16,-9-1-16,-14-4 15,-17-6-15,-18-6 16</inkml:trace>
  <inkml:trace contextRef="#ctx0" brushRef="#br0" timeOffset="-72490.19">26389 16927 0,'0'0'0,"0"0"0,7 4 0,7 3 0,-14-7 0,17 13 15,-17-13-15,23 10 16,-1 1-16,-22-11 16,24 7-16,-4-1 15,-20-6-15,20 4 16,-20-4-16,12 3 16,-12-3-16,11 1 15,-11-1-15,7 1 16,-7-1-16,-5 0 15,-7-1-15,-18-5 0,-12-2 16,-12-1-16,-11 3 16,-11 1-16</inkml:trace>
  <inkml:trace contextRef="#ctx0" brushRef="#br0" timeOffset="-38000.2">27012 16933 0,'0'0'0,"0"0"0,2-3 0,-2 3 0,3-12 16,-3 12-16,4-12 16,3-1-16,-7 13 15,13-8-15,-13 8 16,11-3-16,-11 3 15,11 4-15,-11-4 16,10 5-16</inkml:trace>
  <inkml:trace contextRef="#ctx0" brushRef="#br0" timeOffset="47919.81">21149 11737 0,'0'0'0,"0"0"0,-2-2 0,-8-11 0,-6 1 15,-5-1-15,-3 3 16,-6-1-16,-2 1 16,-2-1-16,0 6 0,3-2 15,-5 0-15,-1 0 16,-6 4-16,2-4 16,-3 3-16,1 1 15,-4-4-15,1 4 16,0 0-16,0-1 15,0 6-15,-3 0 16,1 0-16,-2 0 16,-3 0-16,4 4 15,-3 0-15,-2 3 0,1 4 16,3 1-16,-3 1 16,3 4-16,-1-2 15,4 6-15,0-3 16,3 4-16,0-1 15,3 2-15,-4 3 16,3 1-16,0 2 16,7-1-16,0 3 15,0 0-15,2-1 16,-1 5-16,3-1 16,2 0-16,2 3 0,4 3 15,4-3-15,-1-2 16,3 4-16,4 4 15,-1 0-15,3-1 16,0-1-16,3-2 16,2-6-16,3 2 15,1-4-15,4 1 16,2 0-16,1 0 16,0-1-16,1 1 0,-1 0 15,2-3 1,1 4-16,0-2 0,6 1 15,1 1-15,-1 0 16,2-3-16,2 6 16,-2-5-16,2 1 15,1 5-15,-2 5 16,-4 1-16,2 2 16,-4 3-16,-2 2 15,4 3-15,-1 2 0,-1 1 16,3 0-16,-5 2 15,3 2-15,-3 1 16,-1-2-16,2 2 16,-3-1-16,-4 2 15,3 2-15,0 2 16,0-2-16,4 4 16,-1-2-16,-4 2 15,0 0-15,-1 3 16,3 1-16,-4 3 15,-5-3-15,3 5 16,0-3-16,-1 3 0,1 3 16,-2-2-16,5 2 15,-10-3-15,8 5 16,-10 2-16,9-1 16,-1-1-16,1 2 15,3-3-15,3 3 16,-7-3-16,0-1 15,3-4-15,0 4 16,-2-2-16,0-2 16,7 0-16,-1-5 0,6-5 15,-7-9-15,6-2 16,2-6-16,0-2 16,0-5-16,7-1 15,1-3-15,-1 1 16,-3-2-16,8-5 15,-2-3-15,1-1 16,4-5-16,4-3 16,-2 5-16,1-4 15,1-4-15,5-3 16,4 3-16,-1-2 0,0 2 16,4-1-16,-2-5 15,3 1-15,-3-4 16,2-1-16,1-3 15,-1 0-15,-1-6 16,1 0-16,2-2 16,0-6-16,-4-4 15,2-4-15,0-9 16,-2 0-16,1-7 16,-2-3-16,-1-3 0,3-5 15,-2-9-15,1 1 16,-1 0-16,-3-1 15,2-3-15,-6-1 16,0-4-16,-3-5 16,1-7-16,-3-5 15,-3-6-15,0-4 16,-1-8-16,-3-3 16,-2-6-16,-5 0 0,0-4 15,-7-4-15,-3-2 16,-2 0-16,-1-3 15,-1-1-15,-1-4 16,6-1-16,-5 3 16,-1-5-16,3 0 15,-6 2-15,1 0 16,1 0-16,3 3 16,-5-4-16,-1-3 15,2 4-15,4 2 0,-5-2 16,3 4-16,0-2 15,0 3-15,-2 1 16,1 2-16,-3 2 16,2 4-16,-4 1 15,0 1-15,1 5 16,-5 0-16,2 2 16,-5 5-16,-3 1 15,-1 4-15,-6 3 16,-6 4-16,-4 6 0,-5 1 15,-9 11 1,-12 4-16,-9 4 0,-14 11 16,-11 8-16,-11 13 15,-16 13-15</inkml:trace>
  <inkml:trace contextRef="#ctx0" brushRef="#br0" timeOffset="50719.81">27861 10622 0,'0'0'0,"0"0"0,4-1 15,8-9-15,9-8 16,10-7-16,11-12 16,9-5-16,9-6 0,8-4 15,3-4-15,6-1 16,-4-4-16,2 2 15,-5 3-15,-5 3 16,-6 6-16,-7 4 16,-6 5-16,-10 9 15,-36 29-15,28-22 16,-28 22-16,22-15 16,-22 15-16,12-7 15,0 10-15,-12-3 0,5 15 16</inkml:trace>
  <inkml:trace contextRef="#ctx0" brushRef="#br0" timeOffset="51039.81">29200 9196 0,'0'0'0,"0"0"0,2 5 0,3 12 0,3 9 16,0 7-16,1 7 15,-3 5-15,0 4 16,-1 5-16,-2 0 15,0 5-15,0-4 16,-2-8-16,-1-6 16,3-11-16,4-3 0,6-11 15</inkml:trace>
  <inkml:trace contextRef="#ctx0" brushRef="#br0" timeOffset="51479.8">29594 9103 0,'0'0'0,"0"14"0,-6 13 0,0 12 16,-2 16-16,5 8 15,1-6-15,8-2 16,5-15-16,4-7 16,7-8-16,3-10 15,1-7-15,1-4 0,3-11 16,0-2-16,0-10 16,-1-10-16,2-3 15,3 1-15,-1-7 16,-2-2-16,-6 3 15,-3-2-15,-4 0 16,-5 0-16,-10 2 16,-9 3-16,-7 9 15,-8 4-15,-12 6 16,-4 7-16,-5 8 0,-4 7 16,1 10-16,1 8 15,1 3-15,43-28 16,-32 31-16,14-7 15</inkml:trace>
  <inkml:trace contextRef="#ctx0" brushRef="#br0" timeOffset="51809.81">30173 8536 0,'0'0'0,"0"0"0,0 0 0,3 6 0,7 1 16,3 3-16,-13-10 16,18 4-16,-2-7 15,0-10-15,-16 13 16,15-18-16,-7-1 0,-8 19 15,1-21 1,-3 6-16,-6 8 0,0 11 16,-4 5-16,0 10 15,12-19-15,-11 23 16,8-1-16</inkml:trace>
  <inkml:trace contextRef="#ctx0" brushRef="#br0" timeOffset="52079.81">30617 8117 0,'0'0'0,"1"7"0,-1 17 0,-8 11 15,1 16-15,-12 17 16,-2 9-16,-10 11 15,1 5-15,1-2 16,2 1-16,0 0 16,1-3-16,5-3 15,2-7-15,6-10 0,7-3 16,4-8-16,1-8 16,4-4-16,-3-46 15,4 38-15</inkml:trace>
  <inkml:trace contextRef="#ctx0" brushRef="#br0" timeOffset="52509.81">30822 8949 0,'0'0'0,"0"13"0,0 12 16,-5 16-16,0 7 15,2 7-15,0-4 16,0-7-16,3-44 16,0 36-16,0-36 0,3 30 15,7-8-15,5-14 16,5-12-16,2-8 15,1-13-15,4 0 16,-1-7-16,-2-2 16,-1 2-16,-1-2 15,-22 34-15,15-30 16,-7 5-16,-6 0 16,-11 7-16,-7 4 0,-10 9 15,-10 5-15,-12 11 16,-19 16-16,-10 13 15,-2 9-15,8 7 16</inkml:trace>
  <inkml:trace contextRef="#ctx0" brushRef="#br0" timeOffset="53719.81">27852 11932 0,'0'0'0,"0"0"0,0 0 16,3-1-16,10 0 0,8 0 16,7 1-1,4 0-15,7 3 0,5-1 16,7 0-16,8 2 16,15 0-16,4 1 15,12 1-15,9 3 16,2-2-16,11-2 15,1-1-15,3-1 16,0-3-16,0-1 16,2-2-16,-5-3 0,1 1 15,-2-3-15,-12 1 16,-4-3-16,-7 3 16,-12 0-16,-12 5 15,-9 3-15,-10 4 16,-46-5-16,33 5 15,-33-5-15,24 6 16,-24-6-16,16 9 16,-16-9-16,7 6 15,-7-6-15,0 6 16,0-6-16,-4 5 0,4-5 16,-8 4-16,8-4 15,-8 5-15,-5 2 16,-3 0-16</inkml:trace>
  <inkml:trace contextRef="#ctx0" brushRef="#br0" timeOffset="54689.81">30771 11486 0,'0'0'0,"0"0"0,0 0 0,1-6 16,0-2-16,-1 8 15,-2-14-15,-5 2 16,-7 1-16,-3 4 16,-4 2-16,-5 7 15,2 1-15,-2 8 16,-3 0-16,1 5 16,4 2-16,-1 3 15,3-2-15,2 10 16,2 0-16,3 0 0,6-2 15,2-1-15,7-26 16,-3 24-16,7-4 16,-4-20-16,15 14 15,6-6-15,7-15 16,5-5-16,-5-9 16,0-5-16,0 0 15,-6-1-15,-3-1 16,-19 28-16,18-29 15,-3 3-15,-15 26 16,11-27-16,-11 27 0,7-19 16,-3 9-16,0 12 15,-9 13-15,1 10 16,-2 7-16,-3 10 16,2 3-16,-6 5 15,6 4-15,-3 4 16,1-3-16,1 2 15,2-6-15,2 2 16,1-7-16,-4-3 16,3-7-16,-1-2 0,5-34 15,-7 31-15,3-4 16</inkml:trace>
  <inkml:trace contextRef="#ctx0" brushRef="#br0" timeOffset="54829.8">30769 11992 0,'0'0'0,"0"0"0,0 0 0,3 2 16</inkml:trace>
  <inkml:trace contextRef="#ctx0" brushRef="#br0" timeOffset="55449.81">31152 11517 0,'0'0'0,"0"0"0,0-8 0,6-3 15,-6 11-15,5-16 16,6 1-16,-11 15 16,15-16-16,5 3 15,7 3-15,0 0 16,3 3-16,2 4 0,-2 2 15,-3 9-15,-2 5 16,-1 6-16,-4 0 16,-5 4-16,-6 4 15,-10 3-15,-7 0 16,-7 3-16,-4-3 16,-2 0-16,-6-1 15,3-2-15,24-27 16,-23 23-16,23-23 0,-20 19 15,20-19-15,-13 13 16,7-1 0,6-12-16,10 6 0,8-3 15,14 1-15,0 2 16,5-1-16,4 6 16,-9 2-16,2 4 15,-4 2-15,-5 2 16,-10 0-16,-5 1 15,-10 0-15,-9 3 16,-7-2-16,-14 1 0,-7-3 16,-7 2-16,-4-6 15,0 0-15,4-6 16,44-11-16,-39 10 16,7-2-16</inkml:trace>
  <inkml:trace contextRef="#ctx0" brushRef="#br0" timeOffset="55809.81">31905 11355 0,'0'0'0,"0"8"0,1 7 0,-3 5 16,2 4-16,2 0 16,-2-24-16,1 23 0,5-5 15,9-4-15,0-10 16,4-5-16,3-8 16,-1-5-16,-4-4 15,-17 18-15,14-22 16,1-3-16,-14-5 15,-5 1-15,4 29 16,-16-23-16,-4 4 16,-8 11-16,-3 13 15,-2 1-15,5 15 0,1 2 16,3 1 0,15-7-16</inkml:trace>
  <inkml:trace contextRef="#ctx0" brushRef="#br0" timeOffset="56219.81">32589 10818 0,'0'0'0,"0"0"0,1 6 0,0 13 15,-1 9-15,-9 12 16,-10 9-16,1 6 16,-7 7-16,-5 4 15,-1 5-15,-1 7 16,-1 2-16,-2 0 16,8 3-16,-2-6 15,11 3-15,1-6 0,0-1 16,3-3-16,-1-3 15,-2-2-15,-2-3 16,2 0-16,-8-2 16,4-5-16,1-5 15,2 2-15,-3-3 16,3-7-16,18-42 16,-15 36-16,5-12 15</inkml:trace>
  <inkml:trace contextRef="#ctx0" brushRef="#br0" timeOffset="56549.81">32589 12071 0,'0'0'0,"0"7"0,1 9 0,-2 5 0,-2 8 0,3-29 0,-2 29 15,-1-5-15,3-24 16,-3 23-16,3-23 16,0 17-16,3-11 15,5-11-15,-1-7 16,3-9-16,2-7 15,-3 2-15,-9 26 16,10-28-16,-6 3 16,-10-1-16,-8 8 15,-20 12-15,-23 13 0,-22 20 16,-19 18-16</inkml:trace>
  <inkml:trace contextRef="#ctx0" brushRef="#br0" timeOffset="59219.81">32918 10870 0,'0'0'0,"-6"-6"0,-1-12 0,-8-6 0,-10-2 16,-1-8-16,-6 2 15,-5 5-15,-1-3 16,-8 0-16,-1 5 16,-7 0-16,-5 3 15,-3-1-15,-7 3 16,-3 6-16,-8-2 15,-2 1-15,-6 8 0,2-1 16,-4 7-16,1 3 16,-1 3-16,2 2 15,-5 5-15,1 4 16,-1 0-16,1 6 16,0 6-16,2 2 15,5-1-15,0 9 16,2 2-16,6 3 15,6 1-15,-2 3 16,5-1-16,5 6 0,6 3 16,0 2-16,6-1 15,7 5-15,4 0 16,5 4-16,1-2 16,9 3-16,4 1 15,0 0-15,5 1 16,3 3-16,-1-4 15,3 5-15,3-2 16,4 2-16,2-1 0,5-5 16,5-2-16,3 6 15,4-6-15,4 1 16,-1-2-16,10-5 16,5-1-1,2-3-15,9 0 0,-3-3 16,7-3-16,0-4 15,2 4-15,4-3 16,2-5-16,2-2 16,4 0-16,-1-5 15,1 1-15,4-3 0,1-4 16,4-1-16,-2-4 16,6-3-16,-2-5 15,1 1-15,8-8 16,-2-2-16,4-7 15,0-7-15,4-4 16,2-2-16,0-8 16,1-2-16,-1-2 15,2-6-15,-6-5 16,1-2-16,-1-5 0,-1-5 16,-7-1-16,0-4 15,-6 0-15,-6-4 16,-5-3-16,-2-4 15,-8-5-15,-5 1 16,-6-3-16,-10-2 16,-6 2-16,-3-6 15,-13 2-15,4-2 16,-12-2-16,-4-2 16,-4 3-16,-5 3 15,-2-8-15,-5 4 0,-6 2 16,-9-3-16,-3 2 15,-10-1-15,-7-2 16,-7 5-16,-11-3 16,-7 8-16,-14-2 15,-7 4-15,-1 6 16,-11 5-16,-14 7 16,-10 12-16,-8 12 15</inkml:trace>
  <inkml:trace contextRef="#ctx0" brushRef="#br0" timeOffset="65279.81">25750 11334 0,'0'0'0,"-6"0"0,6 0 0,-8-5 0,-7 1 16,15 4-16,-16-7 15,16 7-15,-19-10 16,19 10-16,-19-9 0,-2 2 16,2 1-1,19 6-15</inkml:trace>
  <inkml:trace contextRef="#ctx0" brushRef="#br0" timeOffset="66479.81">25641 11343 0,'0'0'0,"0"0"0,2 3 15,-2-3-15,10 6 16,5 4-16,6 3 16,4 5-16,-1 3 15,1-3-15,-25-18 16,31 22-16,0-1 0,9 1 16,1-5-16,2 0 15,1 0-15,-2-6 16,7-2-16,2-1 15,3 0-15,0-5 16,8 0-16,0 1 16,4-2-16,5-3 15,0 1-15,1-1 16,1-6-16,1 2 16,-2-4-16,3 1 0,4 1 15,-3-3-15,-2-2 16,1-1-16,-4-1 15,0 1-15,-1-5 16,-3 1-16,-4-1 16,-1 1-16,-3-4 15,-5 5-15,-1 0 16,-2-3-16,-7 2 16,-1-2-16,-43 19 0,36-17 15,-4 4-15,-32 13 16,28-13-16,-28 13 15,19-11-15,-19 11 16,14-11-16,-14 11 16,8-10-16,-8 10 15,0-4-15,-8 5 16,8-1-16,-13 3 16,13-3-16,-11 1 15,11-1-15,-8 2 16,8-2-16,-7 4 0,7-4 15,-4 3-15,4-3 16,-1 2-16,1-2 16,0 3-16,0-3 15,0 0-15,0 0 16,2-3-16,-2 3 16,0-2-16,0 2 15,-1-6-15,0-3 16,1 9-16,-2-16 15,-2-2-15,4 18 16,-9-24-16,3-6 0,-6-2 16,5-1-16,-2 5 15,-3-2-15,-1 2 16,-1 2-16,-9-3 16,2 3-16,-4 1 15,-5-2-15,-5 2 16,-6 2-16,-4-1 15,-5 4-15,-6 0 16,-2 3-16,-9 4 16,-4 0-16,-8 2 0,0 1 15,-5 4-15,-3 1 16,0 4-16,0-1 16,-3 7-16,0 1 15,-1 0-15,5 3 16,0 3-16,1-1 15,-1 5-15,1 0 16,0 4-16,6-1 16,3 3-16,0 1 0,5 5 15,0-3-15,0 2 16,3 1-16,3 1 16,1 0-16,6 3 15,0 0-15,6-3 16,3 3-16,2-4 15,3 1-15,4-6 16,8 4-16,3-6 16,29-21-16,-27 25 15,6 1-15,21-26 16,-19 26-16,4-2 16,-1 2-16,5-1 0,-1-2 15,0 5-15,-7 3 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372.98804" units="1/cm"/>
          <inkml:channelProperty channel="Y" name="resolution" value="650.78448" units="1/cm"/>
          <inkml:channelProperty channel="T" name="resolution" value="1" units="1/dev"/>
        </inkml:channelProperties>
      </inkml:inkSource>
      <inkml:timestamp xml:id="ts0" timeString="2025-09-11T03:16:03.380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10264 8506 0,'0'0'0,"0"0"0,6 0 0,11-1 0,3 1 15,7-1-15,3-3 16,-3 0-16,2 3 16,0 0-16,-3 0 0,-26 1 15,24 0-15,1-3 16,-25 3-16,25-1 16,-25 1-16,18 1 15,-18-1-15,13 5 16,-13-5-16</inkml:trace>
  <inkml:trace contextRef="#ctx0" brushRef="#br0" timeOffset="234.4">10318 8695 0,'0'0'0,"0"0"0,6-3 15,7 1-15,7 7 16,4-4-16,7-2 16,1 1-16,-32 0 15,30 5-15,4-2 16,-1 0-16,-33-3 0</inkml:trace>
  <inkml:trace contextRef="#ctx0" brushRef="#br0" timeOffset="703.16">11168 8197 0,'0'0'16,"0"0"-16,0 0 0,0 0 0,1 9 0,3 8 15,1 3-15,-4 7 16,-1 0-16,-3 5 16,-4-1-16,7 6 15,-4-1-15,-4 1 16,7-2-16,-3-2 15,-1-1-15,5-32 0,1 29 16,-1-29-16,-1 25 16,1-25-16,0 24 15,0-4-15,6-12 16</inkml:trace>
  <inkml:trace contextRef="#ctx0" brushRef="#br0" timeOffset="1296.85">11630 8089 0,'0'0'0,"0"0"0,-2 1 0,-5 9 0,7-10 16,-7 15-16,-3 8 16,-1 4-16,-2 6 15,2-3-15,-4 5 0,4-2 16,-1 0-16,5 1 15,3 2-15,3-3 16,1-33-16,0 31 16,3 1-16,13-2 15,-16-30-15,13 26 16,6-9-16,-19-17 16,26 15-16,3-6 0,5-9 15,-4-5-15,-2-3 16,-28 8-16,27-12 15,-4-4-15,-5-1 16,-4-2-16,-14 19 16,10-20-16,-4 0 15,-8-1-15,-7 7 16,9 14-16,-15-12 16,-5 6-16,-6 5 15,-3 6-15,4 2 16,1 9-16,2 5 0,3 3 15,3 4-15,4 1 16,0 2-16,12-31 16,-6 25-16</inkml:trace>
  <inkml:trace contextRef="#ctx0" brushRef="#br0" timeOffset="1703.55">12156 8050 0,'0'0'0,"0"0"0,2 6 0,-1 13 15,-2 7-15,2 1 16,-2 8-16,-1 5 16,-1 3-16,-4-2 15,0 1-15,-2-4 16,1 1-16,2-4 15,4-2-15,2-33 16,3 33-16,2-2 16,-5-31-16,3 26 0,-3-26 15,4 24-15,-4-24 16,1 21-16,-3-2 16,2-19-16</inkml:trace>
  <inkml:trace contextRef="#ctx0" brushRef="#br0" timeOffset="3969.98">12435 8139 0,'0'0'0,"0"0"0,6-4 0,2-7 16,6 1-16,3 1 15,3-5-15,-2 5 16,8 4-16,1 2 16,-27 3-16,27 0 15,1 7-15,-2 8 16,-13 3-16,-4 4 0,-11 0 15,-5 6-15,-13-1 16,-5 0-16,-2 4 16,5-4-16,-5-3 15,4 0-15,5 0 16,18-24-16,-21 20 16,21-20-16,-12 19 15,3 3-15,8-2 16,11-6-16,4-3 0,9-4 15,9-4-15,0 0 16,5-3-16,4 1 16,-2 3-16,-39-4 15,34-1-15,-34 1 16,29 0-16,-29 0 16,23 2-16,-12 3 15,-9-6-15</inkml:trace>
  <inkml:trace contextRef="#ctx0" brushRef="#br0" timeOffset="4329.39">13234 8070 0,'0'0'0,"0"0"0,1 9 16,-3 8-16,-1 4 0,1 5 15,-5 1-15,-4 0 16,-6 4-16,3 0 16,-6-1-16,4 3 15,-2-3-15,18-30 16,-11 31-16,3-4 15,10 1-15,-2-28 16,8 19-16,5-5 16,12-3-16,6-4 15,-1-4-15,-30-3 0,35 4 16,-3-4-16,1 0 16,-6-7-16</inkml:trace>
  <inkml:trace contextRef="#ctx0" brushRef="#br0" timeOffset="4626.26">13322 8303 0,'0'0'0,"0"0"0,2 8 16,-2 5-16,3 5 16,2 4-16,-2 0 15,1 5-15,-5-1 16,-2-1-16,2 8 16,-2-1-16,0 2 15,2-3-15,-7 2 0,3-6 16,2 0-1,3-27-15,-3 27 0,0-6 16</inkml:trace>
  <inkml:trace contextRef="#ctx0" brushRef="#br0" timeOffset="5204.79">13585 8190 0,'0'0'0,"0"0"0,2-4 0,-2 4 0,3-11 15,1-1-15,-4 12 16,7-17-16,4 1 16,8 5-16,0 3 0,3 4 15,-1 2-15,5 7 16,-26-5-16,26 10 16,-4 9-16,-1 7 15,-10 2-15,-6 4 16,-6-1-16,-7-2 15,-10 3-15,2 0 16,-10 0-16,-1-3 16,27-29-16,-25 32 15,3-4-15,22-28 16,-21 27-16,11-5 0,12-5 16,9-7-16,12-6 15,4-5-15,4-2 16,5 0-16,2-1 15,-38 4-15,37-2 16,-4 1-16,-33 1 16,31-1-16,-10 5 15,-9 7-15,-9 12 16</inkml:trace>
  <inkml:trace contextRef="#ctx0" brushRef="#br0" timeOffset="57691.25">2760 11429 0,'0'0'0,"0"-6"0,2-5 0,-1-7 0,-1 18 0,2-20 15,-2 20-15,1-19 16,-1 19-16,2-15 15,-2 8-15,1 11 16,-1 6-16,-1 7 16,-1 8-16,-1 2 15,-1 5-15,0 6 16,4 2-16,-2 4 16,4-3-16,-4 3 15,1 1-15,-6 2 0,1-1 16,1-4-16,2-4 15,-3-2-15,6-36 16,-6 34-16,0-5 16,-6-1-16,12-28 15,-13 23-15,2-5 16,-8-10-16</inkml:trace>
  <inkml:trace contextRef="#ctx0" brushRef="#br0" timeOffset="58066.28">2685 11426 0,'0'0'0,"6"-4"0,3-7 16,7 1-16,-16 10 0,23-4 16,3 1-16,3 10 15,3 2-15,-5 4 16,5 3-16,-12 4 16,0 0-16,1 6 15,-10-2-15,-11-24 16,2 28-16,-7-1 15,-16-1-15,-4 3 16,-12-5-16,2 1 16,0-1-16,3 0 15,32-24-15,-27 18 0</inkml:trace>
  <inkml:trace contextRef="#ctx0" brushRef="#br0" timeOffset="58425.67">3074 11957 0,'0'0'0,"0"0"0,0 0 16,0 0-16,0 0 16,0 3-16,0 6 15,-1 11-15,-5 4 16,1 2-16,0-1 16,-2 5-16,1-1 0,3-3 15,-1 0-15,0 3 16,4-29-16,-6 29 15,1 0-15,5-29 16,-5 31-16,2-2 16,3-29-16,-3 28 15,3-28-15,0 25 16</inkml:trace>
  <inkml:trace contextRef="#ctx0" brushRef="#br0" timeOffset="58972.54">3258 12176 0,'0'0'0,"0"0"0,0 0 0,1-3 16,-1 3-16,2-8 15,-2 8-15,0-9 0,0 9 16,0-12-16,4 1 16,-4 11-16,11-8 15,1 0-15,4 5 16,-16 3-16,24-1 16,-1 4-16,0 6 15,-1-2-15,-22-7 16,18 11-16,-3 2 15,-5 4-15,-10-17 16,0 22-16,-7 3 16,-8 1-16,-3 1 15,-3-1-15,-1-5 0,-1-1 16,23-20-16,-20 18 16,20-18-16,-20 17 15,6-2-15,14-15 16,-3 14-16,9-4 15,8-2-15,6-2 16,7-2-16,-27-4 16,31 4-16,3 1 15,-34-5-15,37 0 16,-4 3-16,-33-3 0,35 7 16,-11-3-16</inkml:trace>
  <inkml:trace contextRef="#ctx0" brushRef="#br0" timeOffset="59363.18">3999 11998 0,'0'0'0,"0"0"0,1-2 16,-1 2-16,10-2 15,4 0-15,6 4 0,-20-2 16,23 4-16,3 1 15,4-2-15,-3-3 16,1 0-16,-28 0 16,29 0-16,0-3 15,-29 3-15,23 0 16,-23 0-16,25 2 16,-25-2-16,18 7 15,-18-7-15,12 6 16</inkml:trace>
  <inkml:trace contextRef="#ctx0" brushRef="#br0" timeOffset="59660.01">4117 12186 0,'0'0'0,"9"0"0,3-2 0,-12 2 16,20-3-16,6-2 16,7 2-16,-1 5 15,1 3-15,-3-1 16,-2 1-16,1 2 15,-3 0-15,-4 2 16,-22-9-16,20 12 16,-3 5-16</inkml:trace>
  <inkml:trace contextRef="#ctx0" brushRef="#br0" timeOffset="89666.25">7061 12196 0,'0'0'0,"0"0"0,3 4 0,-3-4 15,11 5-15,-11-5 0,14 10 16,5 3-16,9 5 16,-28-18-16,28 20 15,-5 0-15,7 5 16,-30-25-16,29 24 16,-6-4-16,-23-20 15,25 21-15,-6-1 16,-19-20-16,15 21 15,-10-7-15,-5-14 16,-2 14-16,-8-9 0,-6-18 16</inkml:trace>
  <inkml:trace contextRef="#ctx0" brushRef="#br0" timeOffset="89900.63">7296 12165 0,'0'0'0,"0"0"0,0 0 16,2 2-16,-1 7 0,-5 6 16,-5 5-16,-1 2 15,-8 4-15,-6 2 16,-2-1-16,-1 2 15,-4 1-15,31-30 16,-28 23-16</inkml:trace>
  <inkml:trace contextRef="#ctx0" brushRef="#br0" timeOffset="90369.34">7762 11876 0,'0'0'0,"0"0"0,-1 3 0,-10 0 0,-4 7 15,-7 5-15,0 3 16,-3 7-16,-1 3 16,-1 4-16,-2 2 15,7 8-15,1 0 0,5 2 16,4-1-16,7 0 15,4-1-15,2-4 16,6-4-16,6 2 16,8-5-16,-3-4 15,1 0-15,-4-2 16,2-6-16,-17-19 16,17 18-16,-17-18 15,10 15-15,4-7 16,-6-10-16,0-10 0</inkml:trace>
  <inkml:trace contextRef="#ctx0" brushRef="#br0" timeOffset="90728.75">7908 12033 0,'0'0'0,"0"0"0,0 0 0,0 3 16,2 7-16,-2 6 15,4 5-15,-3 3 16,-4 3-16,0 0 15,-4 1-15,0-2 16,3 3-16,0-1 16,4-28-16,-4 29 15,6-1-15,-2-28 0,-4 28 16,4-2-16,0-26 16,-1 24-16,1-24 15,0 16-15,1-9 16,3-16-16</inkml:trace>
  <inkml:trace contextRef="#ctx0" brushRef="#br0" timeOffset="91072.47">8012 12198 0,'0'0'0,"0"0"0,5 0 0,4-1 16,-9 1-16,17-1 15,3 1-15,12-1 16,2 0-16,5 2 16,-2-1-16,0 0 15,-2 2-15,-35-2 0,33 2 16,-3 3-16,-30-5 15,29 4-15,-29-4 16,21 5-16,-8 1 16,-13-4-16,0-2 15,-13-4-15</inkml:trace>
  <inkml:trace contextRef="#ctx0" brushRef="#br0" timeOffset="91338.09">8193 12057 0,'0'0'0,"0"0"0,0 0 0,1 3 15,2 6-15,-1 8 16,1 7-16,5-1 15,-5 5-15,-3 1 16,2 1-16,-4 0 0,1 5 16,4 0-16,-5 2 15,-2-1-15,-2 1 16,6-37-16,-5 31 16</inkml:trace>
  <inkml:trace contextRef="#ctx0" brushRef="#br0" timeOffset="91994.38">8740 12062 0,'0'0'0,"0"0"0,0 1 0,0-1 0,-5 6 16,-4 4-16,-5 5 16,3 7-16,-1 1 15,-6-2-15,2 0 0,2 1 16,-1 3-16,9 0 15,6 0-15,0-25 16,0 25-16,3-4 16,-3-21-16,10 22 15,4-5-15,4-5 16,-18-12-16,27 9 16,1-6-16,-28-3 15,29-8-15,-1-3 0,-5-10 16,-7-4-1,0-3-15,-4-1 0,-7-3 16,-4 0-16,-1 32 16,-1-28-16,-6-1 15,7 29-15,-13-29 16,13 29-16,-14-25 16,14 25-16,-14-19 15,-5 4-15,0 9 16,19 6-16,-20 4 15,20-4-15</inkml:trace>
  <inkml:trace contextRef="#ctx0" brushRef="#br0" timeOffset="92197.51">8898 12276 0,'0'0'0,"0"0"0,0 0 0,3 0 0,-3 0 16,3-2-16,-2-6 15</inkml:trace>
  <inkml:trace contextRef="#ctx0" brushRef="#br0" timeOffset="92869.75">9157 12037 0,'0'0'0,"0"0"0,0 0 16,-1-2-16,0-3 16,1 5-16,-7-2 15,1 4-15,-8 5 16,14-7-16,-13 11 0,-3 5 16,16-16-16,-15 24 15,2 5-15,1 7 16,12-36-16,-6 34 15,4 0-15,5-2 16,-3-32-16,10 28 16,4-5-16,-14-23 15,18 19-15,8-7 16,-26-12-16,23 5 16,3-6-16,-2-6 15,-5-5-15,-4-5 0,-3-1 16,-3-6-16,-5-2 15,0-2-15,-4 28 16,3-31-16,-3 31 16,0-28-16,-2 5 15,2 23-15,-5-24 16,-3 8-16,8 16 16,-11-12-16,-5 6 15,16 6-15,-19 1 16,19-1-16,-17 3 0</inkml:trace>
  <inkml:trace contextRef="#ctx0" brushRef="#br0" timeOffset="93291.62">9443 12061 0,'0'0'0,"0"0"0,0 0 16,5-1-16,-5 1 0,3 3 16,-2 6-16,-1 6 15,0-15-15,-2 23 16,-7 1-16,-1 4 16,3-1-16,-1-1 15,9-5-15,-1-21 16,4 23-16,3-4 15,5-2-15,5-5 16,-17-12-16,18 10 16,3-6-16,5-7 0,-5-6 15,-21 9-15,21-11 16,-2-6-16,0-7 16,-19 24-16,10-25 15,-5-1-15,-2-4 16,-3 30-16,-9-23 15,-4 3-15,-6 0 16,-4 8-16,23 12 16,-25-5-16,2 2 15,23 3-15,-26 1 16,10-3-16</inkml:trace>
  <inkml:trace contextRef="#ctx0" brushRef="#br0" timeOffset="93932.68">9909 12013 0,'0'0'0,"0"0"0,0 0 15,0-4-15,-3-2 16,-8 2-16,11 4 16,-19-5-16,-5 8 15,-1-1-15,-1 3 16,26-5-16,-22 10 16,8 0-16,14-10 15,-11 14-15,1 3 0,9 4 16,9-3-16,4 1 15,-12-19-15,18 19 16,4 0-16,5 6 16,-3-1-16,-1 1 15,-1 1-15,-22-26 16,16 23-16,-9-1 16,-7-22-16,1 22 15,-5-3-15,4-19 16,-11 14-16,-6-8 15,17-6-15,-17 1 0,-2-4 16,1-5-16,18 8 16,-10-15-16,8-2 15,5-2-15,5-3 16,7-1-16,-2 0 16,8 2-16,3 4 15,0 0-15,0 4 16,-24 13-16,28-15 15,-28 15-15,26-12 0,-1 0 16,-25 12-16,20-16 16,-8 0-16,-8-1 15</inkml:trace>
  <inkml:trace contextRef="#ctx0" brushRef="#br0" timeOffset="94495.14">10073 11839 0,'0'0'0,"0"0"15,3-3-15,6-3 0,6 3 16,5 1-16,-20 2 15,21-2-15,7 5 16,2 10-16,-2-2 16,-2 2-16,-3 3 15,-3 0-15,-20-16 0,12 16 16,-6 3-16,-7 4 16,-5-2-16,-6-2 15,12-19-15,-14 17 16,-8-4-16,22-13 15,-23 15-15,23-15 16,-20 14-16,20-14 16,-18 13-16,7 0 15,11-13-15,2 11 16,5 3-16,14 1 16,4-1-16,1 1 15,2 3-15,0 1 0,1-2 16,-3 4-16,-2 1 15,-5-2-15,-2 1 16,-4 1-16,-13-22 16,10 22-16,-6 1 15,-4-23-15,-3 27 16,-10-5-16,-4-4 16,-14-5-16,-2-6 15,-9-4-15,0-6 0,-10-1 16,5-1-16</inkml:trace>
  <inkml:trace contextRef="#ctx0" brushRef="#br0" timeOffset="95292.05">10385 11625 0,'0'0'0,"0"0"0,0 0 0,0-1 0,0 1 16,2-1-16,-2 1 16,8-2-16,2 7 15,3 7-15,9 7 16,4 4-16,3 8 15,7 6-15,3 7 16,0 4-16,-3 6 0,-2 2 16,-1 2-16,-3 4 15,-6-1-15,-8-2 16,-6 0-16,-7 3 16,-9-5-16,-6-2 15,-12 2-15,-6-2 16,-8-4-16,-6-5 15,-11-6-15,-5-7 16,-7-9-16,-1-7 16,4-9-16,13-12 15</inkml:trace>
  <inkml:trace contextRef="#ctx0" brushRef="#br0" timeOffset="95792.06">10538 11261 0,'0'0'0,"0"0"0,0 0 0,4 0 15,-4 0-15,10-1 16,2 3-16,-5 8 16,-7-10-16,7 15 15,2 7-15,-4 4 0,-5-26 16,4 33-16,-3 1 15,-3 3-15,-1-3 16,1-5-16,2-29 16,-1 27-16,6-11 15,5-11-15</inkml:trace>
  <inkml:trace contextRef="#ctx0" brushRef="#br0" timeOffset="96229.56">10723 11303 0,'0'0'0,"0"0"0,0 0 0,2-3 16,-2 3-16,5-8 15,4-1-15,-9 9 16,12-5-16,5 3 15,8 5-15,-1 8 16,-24-11-16,21 17 16,-2-2-16,-10 7 0,-9-22 15,2 24-15,-4-1 16,-10-2-16,-1 0 16,13-21-16,-18 21 15,-2-4-15,-2-2 16,22-15-16,-20 15 15,20-15-15,-18 13 16,5 1-16,13-1 16,13-4-16,5-2 0,13 1 15,4-5-15,5 0 16,-3 1-16,3-1 16,-4 1-16,-1-1 15</inkml:trace>
  <inkml:trace contextRef="#ctx0" brushRef="#br0" timeOffset="101731.1">11045 12255 0,'0'0'0,"0"0"0,0 0 0,0 0 0,0 0 16,0 0-16,0 0 0,4 0 15,-4 0-15,8 0 16,-8 0-16,9-1 15,-9 1-15,14-1 16,0-1-16,9 0 16,-23 2-16,23-3 15,0 0-15,-23 3 16,31-5-16,0 2 16,-31 3-16,33-6 15,-3 6-15,-30 0 0,26-3 16,-26 3-16,18 2 15,-18-2-15,11 2 16,-11-2-16,8 2 16,-8-2-16,2 2 15,-2-2-15,-6 6 16,6-6-16,-9 4 16,-1 0-16,10-4 15,-13 11-15,13-11 16,-12 9-16</inkml:trace>
  <inkml:trace contextRef="#ctx0" brushRef="#br0" timeOffset="102168.6">11804 11885 0,'0'0'0,"0"0"0,0 0 0,0 0 16,0 0-16,1 1 15,0 3-15,2 11 16,-3-15-16,3 20 16,-3 5-16,1 5 15,-1 4-15,-3 1 16,1 5-16,4 0 0,-2-4 16,0 4-16,5-2 15,-5-38-15,-1 33 16,0-1-16,-2-3 15,3-29-15,5 26 16,-5-26-16,4 19 16</inkml:trace>
  <inkml:trace contextRef="#ctx0" brushRef="#br0" timeOffset="102591.36">12148 11986 0,'0'0'0,"0"0"0,0 0 0,0 0 16,-3 0-16,3 0 15,-4 7-15,-4 1 0,-7 12 16,-1-1-16,3 7 15,2 1-15,-3 6 16,6 0-16,3 2 16,2-3-16,3-32 15,1 29-15,8-2 16,6-4-16,-15-23 16,19 21-1,1-8-15,4-8 0,-24-5 0,24 0 16,-1-5-16,1-2 15,-24 7-15,21-14 16,-8 0-16,-10-4 16,-3 18-16,-7-14 15,7 14-15,-11-9 16,-5 6-16,-3 12 16,19-9-16,-19 16 15,1-2-15</inkml:trace>
  <inkml:trace contextRef="#ctx0" brushRef="#br0" timeOffset="102966.39">12462 11926 0,'0'0'0,"0"0"0,2 2 15,3 4-15,-5-6 0,5 10 16,-2 7-16,-1 8 16,-1 5-16,-4 0 15,1 1-15,-1 2 16,-1 0-16,1-2 15,2-1-15,4 1 16,-3-31-16,0 30 16,0-30-16,3 28 0,1-3 15,-4-25-15,7 20 16,4-12-16,2-18 16</inkml:trace>
  <inkml:trace contextRef="#ctx0" brushRef="#br0" timeOffset="103435.14">12688 12029 0,'0'0'0,"0"0"0,3-6 0,2-6 15,-5 12-15,11-9 0,3-3 16,-14 12-16,18-10 15,2 3-15,-20 7 16,24-2-16,-1 6 16,-3 7-16,-20-11 15,18 13-15,-6 2 16,-6 6-16,-7 1 16,-1-1-16,2-21 15,-7 22-15,-3-3 0,-6 7 16,16-26-16,-16 25 15,16-25-15,-15 23 16,15-23-16,-15 21 16,15-21-16,-13 20 15,13-20-15,-8 16 16,8-16-16,-3 11 16,8-4-16,9-4 15,10-2-15,2-3 16,3-2-16,4 6 0,-4-6 15,-29 4-15,27 2 16,-27-2-16,25 0 16,-6-6-16,-15-7 15</inkml:trace>
  <inkml:trace contextRef="#ctx0" brushRef="#br0" timeOffset="104028.86">13198 11990 0,'0'0'0,"0"0"0,0 0 0,1 0 15,-1 0-15,1 2 16,-2 5-16,-5 9 15,2 4-15,-3 2 16,7-22-16,-12 25 16,0 1-16,12-26 0,-8 28 15,1 0-15,7-28 16,-2 27-16,5-4 16,6-3-16,5-7 15,6-1-15,-20-12 16,22 9-16,-1-7 15,2-4-15,-23 2 16,22-8-16,2-1 16,-24 9-16,25-8 15,-7-3-15,-18 11 16,17-13-16,-17 13 16,11-14-16,-11 14 0,12-15 15,-12 15-15,9-10 16,-9 10-16,6-8 15,-6 8-15,4-3 16,-4 3-16,3-1 16,-3 1-16,-1 1 15,1 8-15,-3 8 16,3-17-16,1 20 16,3 1-16,-4-21 0,8 27 15,-2-1-15,-6-26 16,5 28-16,-1-2 15,-4-26-15,4 25 16,-4-25-16,3 21 16,2-16-16</inkml:trace>
  <inkml:trace contextRef="#ctx0" brushRef="#br0" timeOffset="104638.27">13621 12033 0,'0'0'0,"0"0"0,4-4 0,8-2 15,-12 6-15,15-6 16,5 1-16,1 2 0,-21 3 15,21-1-15,-21 1 16,20 3-16,1 7 16,-3 5-16,-18-15 15,10 18-15,-4 4 16,-6-22-16,4 24 16,-8 3-16,-5-1 15,-1 1-15,-2-5 16,12-22-16,-15 21 15,-1-3-15,16-18 16,-17 18-16,17-18 0,-15 16 16,15-16-1,-11 12-15,11-12 16,-1 10-16,10 0 0,8-6 16,8 0-16,4-1 15,0-4-15,2 2 16,-4-1-16,-27 0 15,25-1-15,-25 1 16,24 0-16,-24 0 16,22 1-16,-22-1 0,18 0 15,-18 0-15,10 1 16,-10-1-16,5 0 16,-5 0-16,-1 2 15,1-2-15,-4 3 16,-3 2-16,-8 4 15,-1-4-15</inkml:trace>
  <inkml:trace contextRef="#ctx0" brushRef="#br0" timeOffset="107998.05">11938 12665 0,'0'0'0,"0"0"0,0 0 0,-2-3 0,2 3 16,-3-4-16,3 4 15,6-5-15,2 2 16,6 0-16,4 2 15,4-3-15,-22 4 16,18 1-16,7 0 16,4 3-16,1-2 0,5-1 15,0 1-15,6 2 16,-2-3-16,0-1 16,4 1-16,1-2 15,-1 2-15,1-2 16,2 1-16,7 0 15,-4-1-15,-4 2 16,2 0-16,2 2 16,3-3-16,1 2 15,-2-5-15,-3 0 16,-1-1-16,1 5 16,4-4-16,-5 6 0,2-3 15,3-1-15,-4 1 16,0-1-16,-1-3 15,0 2-15,-4 4 16,-1-3-16,0-1 16,-7 2-16,1 0 15,-5 2-15,-5-3 16,0 2-16,-2-1 16,-24 0-16,24 1 0,0-1 15,-24 0-15,25-1 16,-25 1-16,20-2 15,-20 2-15,21 0 16,-21 0-16,16-1 16,-16 1-16,10-1 15,-10 1-15,7 0 16,-7 0-16,3 1 16,-3-1-16,0-1 15,0 1-15,-1 0 16,1 0-16,-4 0 0,-7 0 15,-8 0-15</inkml:trace>
  <inkml:trace contextRef="#ctx0" brushRef="#br0" timeOffset="109967.2">12420 12933 0,'0'0'0,"0"0"0,0 0 0,-1-1 15,-2 0-15,3 1 16,-4 6-16,-5 4 16,-3 11-16,2 5 15,2 5-15,-5-1 0,7 4 16,7-1-16,-1-2 16,7-2-16,2-2 15,2-3-15,-11-24 16,15 20-16,5-4 15,3-1-15,6-9 16,-4-8-16,-4 0 16,1-6-16,-22 8 15,16-15-15,-1-4 16,-15 19-16,11-32 0,0-3 16,-6-1-16,-3 1 15,-7 5-15,5 30 16,-10-26-16,-7 4 15,17 22-15,-26-21 16,-2 6-16,28 15 16,-33-10-16,1 3 15,32 7-15,-30 1 16,30-1-16,-24 6 0,24-6 16,-18 7-16</inkml:trace>
  <inkml:trace contextRef="#ctx0" brushRef="#br0" timeOffset="110154.67">12753 13114 0,'0'0'0,"0"0"0,0 0 0,0 1 16,0-1-16,-2 5 16,0 0-16,-5-9 15</inkml:trace>
  <inkml:trace contextRef="#ctx0" brushRef="#br0" timeOffset="110670.33">12948 13008 0,'0'0'0,"0"0"0,0 0 0,0 0 0,0 0 16,1 0-16,-1 0 15,-5 5-15,-4 7 16,1 6-16,-3 4 16,3 3-16,8-25 15,-7 27-15,5 3 0,4-1 16,-2-29-16,10 32 16,4-4-16,2-2 15,-16-26-15,21 19 16,1-7-16,-22-12 15,23 3-15,2-9 16,-2-9-16,2-2 16,-7-5-16,-6-7 0,-6 2 15,-3-3-15,-3-2 16,-4 5 0,-4 0-16,-4 4 0,-7 6 15,-5 3-15,24 14 16,-22-10-16,-4 6 15,-1 2-15,27 2 16,-24 0-16</inkml:trace>
  <inkml:trace contextRef="#ctx0" brushRef="#br0" timeOffset="111170.3">13344 12974 0,'0'0'0,"0"0"0,0 0 0,-3 0 0,-3 8 15,-4 8-15,-3 2 16,13-18-16,-12 22 15,0 4 1,3 8-16,9-34 0,-6 33 16,4 0-16,9-1 15,-7-32-15,14 27 16,0-6-16,10-1 16,2-6-16,2-9 15,-3 2-15,0-8 16,-25 1-16,26-5 15,0-3-15,0-5 0,-26 13 16,25-16-16,-5-5 16,-2-7-16,-10 0 15,-3-1-15,-9 1 16,-4 2-16,-9 4 16,17 22-16,-18-21 15,-6 4-15,-4 3 16,28 14-16,-29-6 15,3 6-15,26 0 16,-26 4-16,3 5 0</inkml:trace>
  <inkml:trace contextRef="#ctx0" brushRef="#br0" timeOffset="111732.8">13876 12950 0,'0'0'0,"0"0"0,-6-6 0,-5 2 0,-9 1 15,20 3-15,-29-1 16,2 1-16,-2 7 16,29-7-16,-27 6 15,27-6-15,-21 10 16,21-10-16,-13 15 0,8-2 16,12-1-16,6-4 15,-13-8-15,21 11 16,5 2-16,8 3 15,1 2-15,0 3 16,-5 0-16,-4-2 16,-6 2-16,-20-21 15,13 21-15,-6 0 16,-9-1-16,-10-4 0,-7-4 16,-1-2-16,-4-4 15,-1-6-15,25 0 16,-22-3-16,-2-4 15,6-7-15,0-4 16,18 18-16,-8-20 16,4 0-16,8-8 15,0 2-15,6 0 16,-10 26-16,16-20 16,1-1-16,5 2 15,-22 19-15,26-17 16,-4-1-16,-22 18 0</inkml:trace>
  <inkml:trace contextRef="#ctx0" brushRef="#br0" timeOffset="112201.55">14020 12918 0,'0'0'0,"0"0"0,0 0 0,1-2 0,-1 2 15,5-6-15,4 0 16,-9 6-16,16-6 16,7 0-16,-23 6 15,31-1-15,0 4 16,-31-3-16,33 10 16,-3 0-16,-30-10 15,27 18-15,-27-18 16,15 18-16,-10 3 15,-5-21-15,-4 20 16,-4 2-16,8-22 0,-16 14 16,16-14-16,-16 13 15,16-13-15,-14 9 16,14-9-16,-11 6 16,10 2-16,1-8 15,8 13-15,3-1 16,-11-12-16,17 17 15,0 4-15,-17-21 16,21 24-16,-10 2 16,-9 2-16,-16-4 15,-13-7-15,-21-2 0,-15-4 16,-18-10-16</inkml:trace>
  <inkml:trace contextRef="#ctx0" brushRef="#br0" timeOffset="121578.2">14742 11719 0,'0'0'0,"0"0"0,0 0 0,-1-1 16,1 1-16,-6-1 0,6 1 15,-6-3-15,-2 4 16,8-1-16,-14 0 15,-2 4-15,-2 3 16,18-7-16,-22 11 16,0-2-16,3 7 15,2 0-15,0 4 16,5 3-16,-2 3 16,0-2-16,-5 8 15,6 3-15,1 3 0,3 2 16,1 6-16,0 2 15,1 6-15,1-2 16,1 7-16,3 3 16,2-5-16,-5 0 15,5 0-15,5-1 16,-2 1-16,3 1 16,4-6-16,0-3 15,6-1-15,-2-5 16,-1-1-16,5-4 0,1 2 15,-4-5-15,8-2 16,-7-2-16,0-3 16,-3-7-16,7 0 15,-20-21-15,12 21 16,2-4-16,-14-17 16,15 17-16,-15-17 15,11 16-15,-11-16 16,8 14-16,-8-14 0,7 10 15,-7-10-15,5 5 16,-5-5 0,3 2-16,-3-2 0,1 1 15,-1-1-15,0 0 16,0 0-16,0-1 16,0 1-16,0 2 15</inkml:trace>
  <inkml:trace contextRef="#ctx0" brushRef="#br0" timeOffset="122562.58">14862 12155 0,'0'0'0,"0"0"0,0 0 0,3 1 15,-3-1-15,0-2 16,0 2-16,-1-2 16,1 2-16,-1-1 15,1 1-15,-2 1 0,-3 7 16,1 4-16,-2 5 16,6-17-16,-6 22 15,0 0-15,-2 5 16,5 2-16,4-1 15,-1-28-15,-1 27 16,1 1-16,0-28 16,1 26-16,1-1 15,-2-25-15,5 23 16,-5-23-16,4 18 16,-4-18-16,2 11 0,-2-11 15,3 4-15,-3-4 16,2 3-16,-2-3 15,0-4-15,0 4 16,4-6-16,-4 6 16,6-7-16,3-3 15,-9 10-15,6-16 16</inkml:trace>
  <inkml:trace contextRef="#ctx0" brushRef="#br0" timeOffset="123171.95">15126 12330 0,'0'0'0,"0"0"0,0 0 16,2-2-16,-2 2 15,6-3-15,-6 3 0,9-2 16,5 1-16,-14 1 16,19-2-16,5 3 15,3-2-15,0 0 16,-1 0-16,-1-1 16,-25 2-16,28 0 15,-3-1-15,-25 1 16,26-1-16,-26 1 15,23-2-15,-23 2 16,16 2-16,-13 2 16,-3-4-16</inkml:trace>
  <inkml:trace contextRef="#ctx0" brushRef="#br0" timeOffset="123468.79">15238 12147 0,'0'0'0,"0"0"0,5 0 0,-5 0 15,6 5-15,4 2 16,-10-7-16,12 11 15,-6 6-15,-1 4 16,-4 1-16,1 2 16,-7 0-16,3-1 15,-2 3-15,-2 1 16,3-1-16,2 4 16,1-30-16,-3 27 0,3-27 15</inkml:trace>
  <inkml:trace contextRef="#ctx0" brushRef="#br0" timeOffset="124531.73">15809 12181 0,'0'0'0,"0"0"0,0 0 0,0-1 16,0 1-16,0-3 15,0 3-15,0-2 16,0 2-16,-3-2 16,3 2-16,-5-1 15,5 1-15,-6 0 16,6 0-16,-4 3 0,4-3 15,-4 7-15,4-7 16,-6 11-16,1 3 16,3 5-16,2-19 15,-3 22-15,1 0 16,4 2-16,1 0 16,-3-24-16,2 24 15,3-1-15,-5-23 16,10 24-16,-1-7 15,-9-17-15,17 12 0,1-7 16,3-5-16,1-6 16,-22 6-16,20-9 15,-4-5-15,-6-7 16,-4-1-16,-4 0 16,-5-2-16,-1 2 15,4 22-15,-7-21 16,-2 5-16,9 16 15,-12-14-15,12 14 16,-15-10-16,15 10 0,-18-2 16,18 2-16</inkml:trace>
  <inkml:trace contextRef="#ctx0" brushRef="#br0" timeOffset="124734.81">16148 12253 0,'0'0'0,"0"0"0,0 0 0,0 2 16,0-2-16,0 2 15</inkml:trace>
  <inkml:trace contextRef="#ctx0" brushRef="#br0" timeOffset="125203.6">16282 12089 0,'0'0'0,"0"0"0,0 6 0,-1 10 16,0 8-16,-6 5 16,-2 0-16,-2 3 15,0-3-15,6 0 0,4-4 16,1-25-16,1 24 15,-1-24-15,4 21 16,6-7-16,-10-14 16,17 6-16,1-4 15,6-9-15,-24 7 16,22-11-16,-2-2 16,-20 13-16,21-23 15,-4 0-15,-4-6 16,-4 3-16,-9 26 0,1-30 15,-8 7-15,7 23 16,-19-24-16,-4 5 16,23 19-16,-30-13 15,4 8 1,26 5-16,-28 4 0,28-4 16</inkml:trace>
  <inkml:trace contextRef="#ctx0" brushRef="#br0" timeOffset="126000.47">16754 12119 0,'0'0'0,"0"0"0,0 0 0,-1-1 15,1 1-15,-3-8 16,3 8-16,-5-8 16,-1 0-16,6 8 15,-11-9-15,-3 4 16,14 5-16,-22 0 16,1 3-16,21-3 0,-20 13 15,3 4-15,-1 4 16,3 3-16,4 1 15,11-25-15,-10 27 16,5 3-16,1 0 16,8-3-16,-4-27 15,5 24-15,7-7 16,-12-17-16,17 11 16,2-6-16,5-8 15,-1-8-15,0 1 0,2-4 16,-4-8-16,-21 22 15,20-23-15,-1-4 16,-4-9-16,-4 3 16,-5 4-16,-3 2 15,-3 27-15,-4-21 16,-6 5-16,10 16 16,-22-11-16,-3 8 15,-1 7-15,26-4 16,-25 10-16</inkml:trace>
  <inkml:trace contextRef="#ctx0" brushRef="#br0" timeOffset="126531.73">17093 12047 0,'0'0'0,"0"0"0,0 0 0,0-1 0,-3-5 16,-7 3-16,-6 0 15,-7 6-15,1 0 16,-3 6-16,2-1 16,8 4-16,15-12 15,-16 13-15,8 2 16,8-15-16,-2 19 15,7-1-15,4-1 16,-9-17-16,22 18 16,1 4-16,6 2 0,-4-1 15,0 4-15,-25-27 16,22 26-16,-10 0 16,-12-26-16,5 25 15,-5-2-15,0-23 16,-10 20-16,-6-7 15,-5-3-15,-6-10 16,27 0-16,-30-10 16,3-1-16,1-10 15,4 2-15,5-8 0,14 2 16,5-1-16,6 2 16,6 0-16,4 0 15,0 3-15,3 2 16,-21 19-16,23-16 15,4-2-15,-27 18 16,32-13-16,-3-5 16</inkml:trace>
  <inkml:trace contextRef="#ctx0" brushRef="#br0" timeOffset="127062.95">17277 11909 0,'0'0'0,"0"0"0,0 0 0,3 0 0,-3 0 16,4-1-16,4 1 15,-8 0-15,16 3 16,1 1-16,0 3 0,-17-7 15,22 7-15,-2 2 16,1 2-16,-21-11 16,17 15-16,-4 4 15,-13-19-15,6 22 16,-8 1-16,2-23 16,-14 25-16,-4-5 15,18-20-15,-21 22 16,2-6-16,19-16 0,-21 12 15,21-12 1,-13 10-16,5-2 16,8-8-16,5 5 0,1 1 15,9 2-15,6 0 16,3 2-16,-5 2 16,-19-12-16,23 14 15,-3 4-15,3 4 16,-6 2-16,0 2 15,-5-1-15,-7 0 16,-9-3-16,-6 5 0,-9-3 16,-12-2-16,-10 1 15,-10-3-15,-12 1 16,-7-2-16,-9 1 16</inkml:trace>
  <inkml:trace contextRef="#ctx0" brushRef="#br0" timeOffset="127828.57">14786 12004 0,'0'0'0,"0"0"0,-1-3 0,1 3 16,-7-2-1,-5 3-15,-6 4 0,18-5 16,-24 10-16,0 6 16,-4 8-16,4 3 15,5-1-15,1 8 16,6-4-16,6 5 16,3 1-16,4 0 0,7-1 15,4 1-15,6 0 16,1 0-16,10 0 15,5-1-15,2-2 16,1-6-16,6-2 16,3-2-16,3-4 15,-1 0-15,0 1 16,1-3-16,1-4 16,-6-8-16</inkml:trace>
  <inkml:trace contextRef="#ctx0" brushRef="#br0" timeOffset="128578.58">17517 11519 0,'0'0'0,"0"0"0,0 0 0,1 2 0,-1-2 15,1 4-15,-1-4 16,0 4-16,0-4 16,2 9-16,-2-9 15,3 7-15,-3-7 16,6 9-16,0-5 16,-6-4-16,15 4 15,-5-2-15,-10-2 16,13 0-16,-13 0 15,11 0-15,-11 0 16,6 0-16,-6 0 0,5 2 16,-5-2-16,4 3 15,-4-3-15,7 2 16,-7-2-16,3 5 16,-3-1-16</inkml:trace>
  <inkml:trace contextRef="#ctx0" brushRef="#br0" timeOffset="129094.23">17422 11749 0,'0'0'0,"0"0"0,6 3 0,-6-3 0,13 1 0,2 1 15,-15-2-15,18 7 16,2 4-16,1 2 16,-21-13-16,22 14 15,4 1-15,4 3 16,-4 0-16,0 6 16,2-3-16,-1 5 15,-4 6-15,-1 3 16,-2-3-16,-8 5 0,-3 3 15,-4 3-15,-2-2 16,-6 1-16,-9 2 16,-3 0-1,-6-1-15,-4-1 0,-6 0 16,-1-5-16,-7-2 16,3-3-16,3-5 15,1-3-15,2-13 16</inkml:trace>
  <inkml:trace contextRef="#ctx0" brushRef="#br0" timeOffset="130062.95">17562 11479 0,'0'0'0,"0"0"0,4 1 0,-4-1 0,10 3 16,-10-3-16,13 9 0,1 3 16,-2 4-16,-12-16 15,14 17-15,-14-17 16,10 20-16,-10-20 15,9 21-15,-4 2 16,-5-23-16,4 28 16,-4-28-16,1 24 15,-1-24-15,-3 22 16</inkml:trace>
  <inkml:trace contextRef="#ctx0" brushRef="#br0" timeOffset="130734.83">17887 11490 0,'0'0'0,"0"0"0,0 0 15,0 0-15,0 0 16,-3-1-16,3 1 16,-10-6-16,10 6 15,-8-6-15,8 6 16,-6-9-16,6 9 0,-3-8 15,3 8-15,0-9 16,3 0-16,-3 9 16,11-9-16,4 6 15,0 6-15,6-1 16,0 4-16,-21-6 16,23 10-16,-5 0 15,-18-10-15,14 15 16,0 2-16,-9 6 15,-4 0-15,-4-1 0,3-22 16,-9 21-16,-7-2 16,-5 4-16,21-23 15,-24 18-15,1 0 16,23-18-16,-18 17 16,18-17-16,-17 13 15,17-13-15,-12 10 16,12-10-16,-6 4 15,8 1-15,8-5 16,8-2-16,7-2 16,6 3-16,-3-2 0,6 2 15,1 0-15,-35 1 16,33 0-16,-8-3 16,-25 3-16,27 3 15,-27-3-15,14 5 16</inkml:trace>
  <inkml:trace contextRef="#ctx0" brushRef="#br0" timeOffset="131735.81">17593 11435 0,'0'0'0,"0"0"0,0 0 0,1-3 15,-1 3-15,2-6 16,-2 6-16,1-4 16,-1 4-16,0-4 15,0 4-15,0-3 16,0 3-16,-3 2 0,0 4 31,3 4-31,0-10 0,1 15 0,0 6 16,2 1-16,-2 2 15,2 2-15,4 2 16,-4-1-16,-3 3 16,-2-2-16,2-28 15,-2 27-15</inkml:trace>
  <inkml:trace contextRef="#ctx0" brushRef="#br0" timeOffset="132704.6">18150 12150 0,'0'0'0,"0"0"0,0 0 16,0 0-16,0 0 0,0 0 16,0 0-16,0 0 15,3 0-15,-3 0 16,13 1-16,0 4 16,12-5-16,0 0 15,1 1-15,5-3 16,-2 0-16,-29 2 15,31 0-15,-3 1 16,-28-1-16,29 3 16,-29-3-16,25 4 0,-25-4 15,20 6-15,-6-1 16,-3-7-16</inkml:trace>
  <inkml:trace contextRef="#ctx0" brushRef="#br0" timeOffset="133032.73">18668 11961 0,'0'0'0,"0"0"0,0 0 0,2 0 0,-2 0 15,5 1 1,0 5-16,-5-6 0,3 11 16,0 3-16,-4 6 15,1-20-15,1 22 16,-1 4-16,0-26 16,4 31-16,-2-1 15,0 4-15,-2-34 0,2 31 16,1 1-16,-3-32 15,3 28-15,-3-28 16,3 24-16</inkml:trace>
  <inkml:trace contextRef="#ctx0" brushRef="#br0" timeOffset="133970.19">18809 11594 0,'0'0'0,"0"0"0,0 0 15,1-2-15,-1 2 16,1-5-16,-1 5 0,5-7 16,-5 7-16,3-9 15,-3 9-15,3-7 16,-3 7-16,0-10 16,0 10-16,2-12 15,-2 12-15,3-12 16,-3 12-16,1-15 15,-1 15-15,3-11 16,1-1-16,-4 12 16,8-10-16,-8 10 15,7-7-15,-7 7 16,5-8-16,-5 8 0,3-6 16,-2 4-16,-1 2 15,5 6 1,1 1-16,-6-7 0,11 15 15,0 3-15,5 6 16,3 0-16,-7 2 16,1 3-16,7 2 15,-4-1-15,2 5 16,4 8-16,-3-4 0,-1 3 16,-2 1-1,-2 2-15,3 1 0,-5 3 16,-6 1-16,3 7 15,-5-3-15,-5 3 16,-5-5-16,-6 2 16,-6-4-16,-6-2 15,-5 4-15,-15 2 16,-15 1-16,-17 4 16,-18 2-16,-21 4 0</inkml:trace>
  <inkml:trace contextRef="#ctx0" brushRef="#br0" timeOffset="135360.81">4141 13738 0,'0'0'0,"0"0"0,0 0 0,-2 2 16,2-2-16,-1 1 15,1-1-15,-2 0 16,2 0-16,2 0 15,6-1-15,-8 1 16,15-6-16,8 3 0,-23 3 16,30-2-1,2-2-15,3 0 16,-2 4-16,-33 0 0,30 1 16,-30-1-16,25 5 15,-25-5-15,19 7 16</inkml:trace>
  <inkml:trace contextRef="#ctx0" brushRef="#br0" timeOffset="135595.2">4026 14038 0,'0'0'0,"9"-4"0,8-6 16,9-1-16,5 2 0,7 4 16,-3 6-16,4 6 15,-1 4-15,-2 0 16</inkml:trace>
  <inkml:trace contextRef="#ctx0" brushRef="#br0" timeOffset="193432.67">4680 11946 0,'0'0'0,"0"0"0,0-6 15,0 6-15,-3-11 16,3 11-16,-5-11 0,0-3 16,5 14-16,-13-9 15,0 3-15,-3 8 16,0 7-16,-1 3 16,0 10-16,2 2 15,15-24-15,-12 24 16,5 4-16,7-28 15,-4 29-15,4-29 16,3 22-16,-3-22 0,7 18 16,6-7-16,-13-11 15,23 4-15,-5-6 16,-18 2-16,23-2 16,-23 2-16,22-7 15,-22 7-15,24-4 16,-24 4-16,20 1 15,0 4-15,-20-5 16,13 10-16,-1 3 16,-12-13-16,4 20 15,-2-1-15,-2-19 16,0 22-16,-8-2 0,8-20 16,-14 22-16,-2-2 15,-10-4-15,3-9 16,-3 2-16,4 1 15,22-10-15,-22 5 16,4 0-16,0-1 16,-4-5-16,7-9 15</inkml:trace>
  <inkml:trace contextRef="#ctx0" brushRef="#br0" timeOffset="194026.77">4515 11940 0,'0'0'0,"0"0"0,6-4 0,5-3 16,-11 7-16,21-8 16,2 2-16,-23 6 15,30-8-15,0 5 16,-30 3-16,35-4 0,1-1 15,5-1-15,-5-3 16,-36 9-16,37-7 16,-37 7-16,32-7 15,-5 2-15,-27 5 16,26-4-16,-26 4 16,18-2-16,-18 2 15,8 3-15,-11 5 16,-5 8-16,-7 2 15,-1 7-15,-2 2 0,5 0 16,-1 5-16,2 0 16,2 2-1,3-1-15,5-3 0,3-3 16,-1-27-16,8 23 16,1-5-16,7-3 15,4-7-15,0-8 16,-1-7-16,0-4 15,-3-5-15,2-4 16,-6-1-16,-1-2 0,0-4 16,-5-4-16,-3-3 15,-3 1-15,-5 1 16,1-1-16,-6 9 16,-5 4-16,15 20 15,-17-14-15,-2 2 16,19 12-1,-20-4-15,7 10 0,4 10 16,9-16-16</inkml:trace>
  <inkml:trace contextRef="#ctx0" brushRef="#br0" timeOffset="194261.15">5083 12268 0,'0'0'0,"0"0"0,0 7 15,3 12-15,-1 2 16,-5 8-16,0 1 16,-1 2-16,1-1 0,-3-3 15,6-28-15,-7 28 16,5-7-16,7-19 15</inkml:trace>
  <inkml:trace contextRef="#ctx0" brushRef="#br0" timeOffset="194667.43">5365 11980 0,'0'0'16,"0"0"-16,0 0 0,0 2 0,-1 7 16,-5 11-16,-4 8 15,-1 5-15,-1 9 16,3 2-16,1-4 16,3 0-16,5-40 15,2 36-15,2-8 16,8-2-16,-12-26 0,17 13 15,3-7-15,3-15 16,2-7-16,-5-6 16,0-5-16,-4-1 15,-3-5-15,-7-3 16,0-3-16,-10-1 16,-2 3-16,6 37 15,-14-34-15,2 8 16,12 26-16,-22-21 15,5 13-15,-5 11 16,5 10-16,1 6 0,16-19 16,-11 24-1</inkml:trace>
  <inkml:trace contextRef="#ctx0" brushRef="#br0" timeOffset="195058.02">5645 12079 0,'0'0'0,"0"9"0,0 6 0,3 13 16,-3 3-16,1 5 15,-2 2-15,5-2 16,-4-36-16,0 30 15,0-30-15,7 26 16,5-10-16,1-12 16,-13-4-16,16-4 15,7-8-15,-4-13 16,7-7-16,-9-2 0,-4 0 16,-8-5-16,-6-2 15,-4 0-15,5 41 16,-11-39-16,0 6 15,11 33-15,-16-25 16,-6 14-16,22 11 16,-26 2-16,4 16 15,22-18-15,-23 27 16</inkml:trace>
  <inkml:trace contextRef="#ctx0" brushRef="#br0" timeOffset="195464.28">5931 12052 0,'0'0'0,"0"0"0,0 6 0,0 13 0,-6 4 15,2 7-15,0 4 16,-2 0-16,6-34 0,-3 34 16,-2-4-16,5-30 15,5 26-15,-5-26 16,4 15-16,5-14 16,4-14-16,3-3 15,0-6-15,1-2 16,-1-3-16,-6 2 15,-1-2-15,-5-4 16,-4 4-16,-8-1 16,8 28-16,-11-27 0,-3 1 15,-9 9-15,-3 11 16,26 6-16,-18 4 16</inkml:trace>
  <inkml:trace contextRef="#ctx0" brushRef="#br0" timeOffset="195667.41">6091 12329 0,'0'0'0,"0"0"0,-1 8 0,-2 8 16,-5 14-16,-1 7 16,0 5-16,-8 1 15,-2-7-15,19-36 16</inkml:trace>
  <inkml:trace contextRef="#ctx0" brushRef="#br0" timeOffset="196527.18">6299 12078 0,'0'0'0,"0"0"0,0 0 0,0 0 16,0 1-16,-6 3 16,1 6-16,-6 7 15,2 6-15,-2 10 16,5 1-16,-3 4 16,9-38-16,1 34 15,-1-3-15,0-31 16,9 26-16,4-9 0,-13-17 15,22 9-15,1-9 16,1-8-16,-7-10 16,5-2-16,-8-6 15,-14 26-15,16-26 16,-6-1-16,-10 27 16,5-23-16,-5 23 15,-1-20-15,1 20 16,0-16-16,0 16 15,-4-16-15,4 16 0,-6-15 16,-5 0-16,-1 1 16,12 14-16,-15-9 15,15 9-15,-15-6 16,15 6-16,-11-7 16,11 7-16,-11-2 15,11 2-15,-7-1 16,7 1-16,-3 0 15,3 0-15,-3 0 16,3 0-16,0 1 16,0-1-16,0 2 0,0-2 15,5 5-15,-5-5 16,4 4-16,-4-4 16,6 7-16,-6-7 15,5 6-15,-5-6 16,3 4-16,-3-4 15,1 3-15,-1-3 16,2 3-16,-2-3 16,0 2-16,0-2 15,0 2-15,0-2 0,0 1 16,0-1-16,0 1 16,0-1-16,0 1 15,0-1-15,0 0 16,0 0-16,0 1 15,0-1-15,-3 3 16,3-3-16,-3 4 16,0-7-16,3 3 15</inkml:trace>
  <inkml:trace contextRef="#ctx0" brushRef="#br0" timeOffset="196933.43">6611 12066 0,'0'0'0,"0"0"0,0 0 16,1 2-16,-1 2 15,-1 10-15,-5 4 16,2 4-16,-4 6 0,8-28 15,-10 32-15,6 0 16,4-32-16,3 35 16,7-4-16,-10-31 15,21 24-15,6-11 16,6-8-16,-1-16 16,-4-8-16,-2-3 15,-3-6-15,-3-4 16,-7-1-16,-3-2 15,-6-1-15,-4 36 0,-1-32 16,-9 1-16,-18 6 16,-12 8-16,-18 20 15,-12 17-15,-15 21 16,-10 9-16</inkml:trace>
  <inkml:trace contextRef="#ctx0" brushRef="#br0" timeOffset="-147390.47">4791 13573 0,'0'0'0,"0"0"0,0 0 0,-4-2 0,4 2 16,-4-5-16,4 5 15,-3-7-15,4-2 16,-1 9-16,9-11 15,7 2-15,4 0 16,2 4-16,-1 0 0,-21 5 16,23 1-1,-1 7-15,-1 3 0,-21-11 16,25 11-16,-7 5 16,-18-16-16,17 22 15,-5 2-15,-12-24 16,3 28-16,-5-1 15,-8 3-15,-4-6 16,-4-5-16,-2-1 16,20-18-16,-19 16 15,19-16-15,-20 11 16,20-11-16,-18 10 0,18-10 16,-14 2-16,14-2 15,-7 0-15,7 0 16,-4-5-16,4 5 15,1-7-15,12-1 16,3 3-16,-16 5 16,20 0-16,6 4 15,-26-4-15,32 9 16,-1 6-16,-4 4 0,-5-1 16,-5 5-16,-8 0 15,-9 0-15,0-23 16,-6 25-16,-11 3 15,-7 0-15,-4-3 16,-4-4-16,-3-3 16,35-18-16,-36 12 15,0-3-15,36-9 16,-32 5-16,32-5 16,-28 3-16,7-4 15,12-6-15,7-7 0,10-6 16</inkml:trace>
  <inkml:trace contextRef="#ctx0" brushRef="#br0" timeOffset="-146723.89">5438 13552 0,'0'0'0,"0"0"0,0 6 0,-4 5 0,-1 9 15,-5 5-15,-6 1 16,2 4-16,0-3 15,-6 2-15,5-1 16,3-1-16,12-27 0,-10 28 16,4 0-16,6-1 15,0-27-15,7 20 16,8-4-16,5-5 16,4-5-16,-24-6 15,25-2-15,3-1 16,-2-5-16,-26 8 15,24-14-15,-5 0 16,-2-3-16,-17 17 16,15-19-16,-15 19 15,10-17-15,-10 17 0,3-15 16,-3 15-16,1-11 16,-1 11-16,-1-6 15,1 6-15,0-2 16,-3 7-16,-2 9 15,1 5-15,0 5 16,0-1-16,1 4 16,6 1-16,2 2 15,-3-3-15,-5 2 16,3 0-16,-4-2 0,-2-1 16,6-26-16,-8 26 15,8-26-15,-5 27 16,5-27-16,-6 20 15,-1-13-15</inkml:trace>
  <inkml:trace contextRef="#ctx0" brushRef="#br0" timeOffset="-146023.37">5929 13620 0,'0'0'0,"0"0"0,0 0 0,-2-2 16,-3-5-16,-2-2 15,7 9-15,-13-8 16,-4-1-16,17 9 15,-23-5-15,-2 7 0,-6 7 16,31-9-16,-28 9 16,3 7-16,25-16 15,-22 18-15,8 3 16,14-21-16,-9 24 16,6-1-16,8 2 15,-5-25-15,13 22 16,-3-7-16,-10-15 0,20 15 15,-1-5-15,4-7 16,-23-3-16,22-2 16,4-1-16,-26 3 15,20-10-15,-1-2 16,-19 12-16,20-18 16,-7-2-16,-13 20 15,10-22-15,-10 22 16,7-22-16,-7 22 15,3-20-15,-3 20 16,0-19-16,0 19 0,-1-13 16,1 13-16,-7-7 15,1 10-15,0 8 16,6-11-16,-7 16 16,1 7-16,-1 6 15,6 5-15,-1-2 16,1 3-16,-2 2 15,0-3-15,-2 0 16,-1 0-16,3-3 16,2-1-16,0-5 0,1-25 15,2 22-15,-2-22 16,3 19-16,-1-4 16,4-11-16,-3-9 15,3-11-15</inkml:trace>
  <inkml:trace contextRef="#ctx0" brushRef="#br0" timeOffset="-145556.89">6148 13676 0,'0'0'0,"0"0"0,0 0 0,0 0 0,0 0 0,-6 0 16,1 4-16,5-4 16,-9 11-16,-5 3 15,-1 6-15,15-20 16,-11 21-16,11-21 16,-8 18-16,8 1 15,0-19-15,7 21 16,8-4-16,-15-17 15,23 16-15,6-1 0,2-2 16,0-3-16,-31-10 16,29 8-16,-5 2 15,-24-10-15,22 11 16,-22-11-16,14 11 16,-6 0-16,-8-11 15,-2 14-15,-6-3 16,8-11-16,-18 11 15,-3-1-15,-3-4 16,24-6-16,-28 4 0,1-2 16,2-4-16,3-6 15,4-8-15,5-7 16</inkml:trace>
  <inkml:trace contextRef="#ctx0" brushRef="#br0" timeOffset="-145323.81">6136 13594 0,'0'0'0,"0"0"0,5 0 16,6 1-16,8 3 15,6-4-15,7 2 16,8-2-16,3-3 16,2 1-16,0-4 15,-45 6-15,41-7 16</inkml:trace>
  <inkml:trace contextRef="#ctx0" brushRef="#br0" timeOffset="-143357.15">6783 13510 0,'0'0'0,"0"0"0,0 0 0,-6 2 0,-1 4 0,7-6 16,-14 13-16,2 3 16,-10 8-16,5 2 15,1 0-15,3 1 16,-2 2-16,2-3 16,3 4-16,-1 1 15,2 1-15,-1 0 16,0 2-16,1-3 15,0-3-15,6-3 16,3-25-16,2 24 0,4-3 16,-6-21-16,8 19 15,7-6 1,1-3-16,4-9 0,1-3 16,1-2-16,-22 4 15,22-7-15,-6-7 16,-16 14-16,20-15 15,-20 15-15,12-16 16,-2-1-16,-10 17 0,1-18 16,-2 1-16,1 17 15,-11-13-15,-6 4 16,-5 4-16,22 5 16,-28 5-16,-2 6 15,-2 9-15,6 4 16,2 2-16,24-26 15,-15 24-15,7-6 16,14-17-16</inkml:trace>
  <inkml:trace contextRef="#ctx0" brushRef="#br0" timeOffset="-142922.78">6996 13640 0,'0'0'0,"0"0"0,0 0 0,0 4 15,2 3-15,-2-7 16,5 10-16,-5-10 15,11 12-15,1 3 16,3-2-16,2 3 16,-17-16-16,17 14 15,-2-1-15,3 0 16,-18-13-16,18 12 16,-5 0-16,-13-12 15,9 17-15,-2-1 0,-7-16 16,-3 16-16,-10 1 15,-7 1-15,20-18 16,-25 15-16,-5 2 16,30-17-16,-34 11 15,1-3-15,3-5 16,4-13-16</inkml:trace>
  <inkml:trace contextRef="#ctx0" brushRef="#br0" timeOffset="-142723.78">7061 13593 0,'0'0'0,"0"0"0,4 0 0,16-3 15,8-1-15,5 1 16,-1 1-16,-2-2 16,-2-4-16</inkml:trace>
  <inkml:trace contextRef="#ctx0" brushRef="#br0" timeOffset="-142164.06">7478 13665 0,'0'0'0,"0"0"0,0-3 0,0 3 16,-2-8-16,2 8 15,-1-11-15,1 11 16,3-13-16,4-2 16,8 4-16,-15 11 0,19-10 15,4 0-15,3 6 16,-26 4-16,25-1 15,-2 5-15,-23-4 16,20 9-16,-7 8 16,-13-17-16,12 24 15,-12 2-15,-12 8 16,-4 1-16,-5-9 16,-8-1-16,2 0 15,9-3-15,18-22 16,-19 21-16,19-21 0,-12 21 15,12-21-15,-6 19 16,10-4-16,9-3 16,8-5-16,7-6 15,5-1-15,5 0 16,-4-5-16,4 3 16,-38 2-16,39-4 15,-7 0-15,-5-5 16</inkml:trace>
  <inkml:trace contextRef="#ctx0" brushRef="#br0" timeOffset="-141366.78">5643 14065 0,'0'0'0,"0"0"0,0 0 0,0-3 16,0 3-16,-1-6 16,1 6-16,0-4 0,0 4 15,-2-1-15,1 10 16,-11 15-16,1 6 16,-5 13-16,-7 11 15,-6 13-15,-3 12 16,-3 17-16,-5 15 15</inkml:trace>
  <inkml:trace contextRef="#ctx0" brushRef="#br0" timeOffset="-112361.65">18041 6404 0,'0'0'0,"0"0"0,7-3 0,9-8 0,4 5 15,7-3-15,2 4 16,2-2-16,1 1 16,4 1-16,6-2 15,5-2-15,4 2 16,6 0-16,0-3 0,7 1 15,-7 2-15,4-1 16,0-1-16,1 1 16,-4-2-16,2 2 15,-4 5-15,-5 0 16,-5-1-16,-46 4 16,44-1-16,-11-2 15,-33 3-15,31-1 16,-31 1-16,22 3 15,-8 9-15,-10 13 16</inkml:trace>
  <inkml:trace contextRef="#ctx0" brushRef="#br0" timeOffset="-111502.24">24768 6519 0,'0'0'0,"20"-4"0,13 0 15,19-3-15,9 2 16,1-2-16,1 1 16,1 3-16,-6-5 15,-3 2-15,6 1 0,-4 0 16,-2-1-16,-2 0 16,-11 3-16,-42 3 15,35-5-15,-35 5 16,29-4-16,-29 4 15,22-4-15,-14 7 16</inkml:trace>
  <inkml:trace contextRef="#ctx0" brushRef="#br0" timeOffset="-97996.43">2188 15367 0,'0'0'0,"-6"8"0,2 10 0,-8 9 16,2 7-16,-3 9 15,0 3-15,-3 6 16,2 4-16,-2 2 0,0 3 16,1-1-16,1 3 15,-1-1-15,2-4 16,2-1-16,2-7 16,9-50-16,-7 41 15,7-41-15,-4 34 16,-1-11-16,-2-22 15,0-19-15</inkml:trace>
  <inkml:trace contextRef="#ctx0" brushRef="#br0" timeOffset="-97496.43">2077 15345 0,'0'0'0,"0"0"0,7 0 0,6 2 0,7 9 16,-4 4-16,1 9 15,-1 6-15,0 7 16,-3 4-16,4 6 15,1 6-15,-2 0 16,1 0-16,-1 1 16,4-3-16,-2-2 15,0-5-15,-2-6 16,-16-38-16,20 30 16,-20-30-16,15 22 15,1-10-15,-6-14 0,1-12 16,-5-12-16,0-12 15,4-6-15,-3-5 16,-1-5-16,2-8 16,-1-6-16,4-2 15,-1-4-15,1 1 16,4-1-16,3 3 16,4 5-16,-2 6 15,-1 13-15,-19 47 0,15-37 16,2 7-16,-17 30 15</inkml:trace>
  <inkml:trace contextRef="#ctx0" brushRef="#br0" timeOffset="-96262.02">2631 15905 0,'0'0'0,"0"0"0,5 0 0,-5 0 0,9-1 16,-9 1-16,13-1 15,6-5-15,-2-5 16,5-5-16,-4-3 16,0-2-16,-2-2 15,-3-2-15,-3 1 16,-1 0-16,-9 24 15,4-26-15,-4 26 16,4-25-16,-4 25 0,-1-23 16,1 23-16,-3-17 15,-3 11-15,-4 13 16,-1 11-16,2 6 16,0 7-1,1 5-15,-1 3 0,4 3 16,2-1-16,3 3 15,2-2-15,2-2 16,-1-6-16,-3-34 16,10 27-16,5-4 15,-15-23-15,24 15 16,4-9-16,6-15 0,-2-3 16,-1-5-16,-1-11 15,-8 1-15,0-2 16,-4-3-16,3-1 15,-9 3-15,2-1 16,-2 4-16,-12 27 16,9-27-16,-9 27 15,8-24-15,-8 24 16,8-18-16,-8 18 0,4-8 16,-4 11-16,-1 17 15,1 7-15,-3 9 16,3-1-16,3 2 15,-3-2-15,1 1 16,4-5-16,-5-31 16,3 31-16,-3-31 15,8 27-15,1-8 16,-9-19-16,15 8 16,-4-6-16,3-12 15,-3-8-15,2-4 0,-6-3 16,-1-3-16,3 0 15,-4 2-15,2-1 16,-7 27-16,11-23 16,-4 4-16,-7 19 15,13-18-15,-13 18 16,10-14-16,-1 10 16,5 11-16,-5 9 15,2 6-15,-2 6 16,1 0-16,2 0 0,-1-1 15,4-4-15,-15-23 16,17 20-16,-7 0 16,-10-20-16,16 15 15,-16-15-15,10 9 16,2-7-16,-2-7 16,-4-8-16,-2-5 15,-1-5-15,-2-5 16,-2-3-16,0-4 15,-2 1-15,-3-3 0,-1 3 16,2 2-16,5 32 16,-8-29-16,8 29 15,-9-27-15,9 27 16,-9-22-16,9 22 16,-4-16-16,0 7 15,4 9-15,-2 3 16</inkml:trace>
  <inkml:trace contextRef="#ctx0" brushRef="#br0" timeOffset="-94496.02">3863 15837 0,'0'0'0,"0"0"0,0 0 0,0-2 15,0 2-15,-3-6 16,3 6-16,-6-5 15,-4-1-15,10 6 16,-22-2-16,1 6 16,-1 6-16,2 7 15,1 4-15,6 5 16,4-1-16,3 4 0,4-1 16,2 1-16,8-2 15,4 0-15,-2-1 16,6-3-16,4-6 15,-20-17-15,20 16 16,6-9-16,3-6 16,-1-9-16,-7-6 15,-6-4-15,3-5 16,-4-4-16,-3 2 16,-4-5-16,-4 1 15,-4-2-15,-4-1 0,-3 0 16,8 32-16,-10-26 15,-6 4-15,16 22 16,-24-19-16,24 19 16,-21-10-16,-2 9 15,23 1-15,-25 11 16,5 11-16,10 7 16,3 2-16,4 0 15,9-3-15,8-1 16,-1-3-16,6-3 0,-19-21 15,24 15-15,2-5 16,-26-10-16,32 5 16,-2-8-16,-30 3 15,27-11-15,0-6 16,-27 17-16,23-25 16,-4-3-16,-19 28 15,12-31-15,-12 31 16,11-25-16,-11 25 0,7-20 15,-7 20-15,2-12 16,-2 8-16,0 14 16,-2 9-16,1 5 15,4 3-15,7 1 16,-1-3-16,1 2 16,-10-27-16,13 24 15,-1-2-15,5-6 16,-17-16-16,17 14 15,1-9-15,2-10 0,-4-7 16,-4-4-16,-1-8 16,-4-2-16,-3 0 15,3-4-15,-2-2 16,-5 32-16,4-31 16,-1 0-16,-3 31 15,5-27-15,-5 27 16,4-22-16,-4 22 15,1-13-15,1 5 16,-2 10-16,-3 11 16,3 4-16,1 9 0,5 0 15,-3 1-15,-3-27 16,13 27-16,-1 1 16,-12-28-16,20 24 15,0-2-15,6-7 16,-4-6-16,4-12 15,-6-7-15,2-5 16,-2-8-16,-1-5 16,-3-4-16,-1-9 15,2-6-15,-5-2 16,2 3-16,-3-3 0,-5 0 16,-3 4-16,0 4 15,-3 2-15,1 5 16,-1 34-16,3-31 15,-3 31-15,6-25 16,-6 25-16,3-21 16,0 10-16,-3 9 15,-5 11-15,1 6 16,0 10-16,2-1 16,1 10-16,1 0 15,0 3-15,0 1 0,1 1 16,1-1-16,-4 1 15,2-3-15,-1 1 16,-1-3-16,1-3 16,-2-1-16,-3 0 15,2-2-15,4-28 16,-2 27-16,5-3 16,-3-24-16,10 21 15,-10-21-15,11 16 16,-11-16-16,17 11 0,2-6 15,1-6-15,-4-10 16,-3-4-16,-6-4 16,-5-3-16,-2-5 15,-3 2-15,-5-3 16,-6 3-16,-6 0 16,2 0-16,-6 7 15,-1 0-15,-1 4 16,0 0-16,26 14 0,-28-7 15,3-1-15,25 8 16,-22-10-16,22 10 16,-15-9-16,6 2 15,11-3-15,10-1 16,8 5-16,10 1 16,6-2-16,5 3 15,1-1-15,-3 0 16,-4-2-16,-6 0 15,-6-4-15</inkml:trace>
  <inkml:trace contextRef="#ctx0" brushRef="#br0" timeOffset="-93995.98">4962 15829 0,'0'0'15,"0"0"-15,0 0 0,1 1 0,-1-1 16,2 0-16,-2 0 16,1-4-16,-1 4 0,0-6 15,-5-5-15,5 11 16,-12-12-16,-4 3 16,-3 4-16,-1 2 15,20 3-15,-22 3 16,5 6-16,-3 3 15,20-12-15,-22 13 16,6 6-16,16-19 16,-17 17-16,7 3 15,10-20-15,-3 25 16,7-1-16,8-1 16,2-1-16,4-1 0,0-5 15,2-1-15,-20-15 16,18 13-16,-18-13 15,19 12-15,-19-12 16,16 12-16,-11 2 16,-7-3-16,-9-4 15,-7-4-15,-7 0 16,-4-3-16,3-1 16,26 1-16,-26-2 0,26 2 15,-26-3-15,7-5 16,9-8-16,12-7 15,10-1-15</inkml:trace>
  <inkml:trace contextRef="#ctx0" brushRef="#br0" timeOffset="-90838.49">5254 15504 0,'0'0'16,"0"-6"-16,0 6 0,0-12 0,-4 1 15,4 11-15,-5-13 16,5 13-16,-8-9 16,-1 5-16,9 4 15,-7 12-15,-3 6 16,2 11-16,3 8 15,2 3-15,0 3 16,3 5-16,0-2 0,0 5 16,0-2-16,1 0 15,-2-4-15,-1-2 16,2-5-16,-4-3 16,4-35-16,-1 29 15,1-29-15,-3 24 16,-3-12-16,-1-14 15,1-7-15,-3-8 16,-4-6-16,1-1 16,-3 2-16,15 22 0,-15-23 15,1 2-15,14 21 16,-20-18-16,20 18 16,-12-11-16,12 11 15,-10-5-15,10 5 16,-6-3-16,13 0 15,-7 3-15,21-1 16,12-3-16,9-2 16,1 1-16,2 2 15,-4 0-15,-5-2 16,-4 0-16,-32 5 0,32-6 16,-1-1-16,-31 7 15,31-12-15,-31 12 16,23-9-16,-23 9 15,15-12-15,-9-1 16,-12-1-16,6 14 16,-12-7-16,-10 2 15,-1 8-15,-3 4 16,1 5-16,1 3 0,5 3 16,7 5-16,-2 0 15,14-23-15,-5 23 16,1 2-16,4-25 15,0 23-15,6-4 16,-6-19-16,13 14 16,2-6-16,5-8 15,0-7-15,-20 7 16,21-11-16,-2-7 0,3-5 16,-3 0-1,-19 23-15,16-22 0,-16 22 16,11-24-16,-11 24 15,9-22-15,-9 22 16,3-14-16,-3 14 16,0-8-16,0 12 15,-2 10-15,-4 5 16,4 4-16,-2 0 16,4-23-16,-2 24 15,1-1-15,1-23 0,9 18 16,2-4-16,5-3 15,3-7-15,1-9 16,-3-5-16,5-2 16,-5-4-16,2-4 15,-5-2-15,4-1 16,-18 23-16,10-22 16,3 1-16,-13 21 15,6-19-15,-6 19 16,7-16-16,-7 16 15,3-9-15,-1 8 0,-6 9 16,-1 9-16,-1 2 16,1 3-16,2 1 15,3-23-15,-1 22 16,1-22-16,0 19 16,0-19-16,6 18 15,-6-18-15,9 10 16,8-8-16,2-11 15,-19 9-15,21-15 16,2-5-16,-2-4 0,-21 24 16,19-25-16,-19 25 15,18-20-15,-18 20 16,18-18-16,-18 18 16,13-12-16,-7 10 15,-6 2-15,4 8 16,-6 9-16,1 2 15,2 3-15,1 0 16,-2-22-16,6 21 16,8-4-16,6-3 15,7-4-15,3-7 0,0-4 16,1-3 0,2-5-16,-1 0 0,2-3 15,-3-2-15,-5-3 16,-3-1-16,-4-4 15,-19 22-15,16-21 16,-11 1-16,-6 0 16,-6 6-16,7 14 15,-19-9-15,-1 3 16,-9 8-16,29-2 0,-32 11 16,6 4-16,26-15 15,-29 21-15,9 2 16,20-23-16,-16 27 15,13-8-15,3-19 16,6 14-16,5-6 16,9-7-16,3-6 15,-1-4-15,2-7 16,-4-3-16,-1-7 16,-1-7-16,2-4 0,-2-5 15,-2-3-15,-1 1 16,-4 5-16,-6 0 15,-2 4-15,-3 35 16,1-29-16,-1 29 16,-1-27-16,1 27 15,0-22-15,-5 10 16,-9 12-16,2 10 16,1 8-16,1 8 15,5 5-15,3 3 16,1 1-16,-1 6 0,2-2 15,3 1-15,3-6 16,1 1-16,3-4 16,5-6-16,-15-25 15,16 19-15,3-5 16,-19-14-16,21 10 16,4-10-16,1-7 15,-6-5-15,-4-5 16,3-2-16,-19 19 15,19-19-15,-9-2 0,-10 21 16,13-20 0,-13 20-16,8-15 0,-8 15 15,6-9-15,-6 7 16,-3 12-16,0 6 16,0 3-16,7-3 15,-2 3-15,-2-19 16,9 14-16,-9-14 15,11 15-15,4-3 16,-15-12-16,22 9 16,1-8-16,3-7 0,-26 6 15,23-10-15,-1-9 16,1-6-16,-3 1 16,-20 24-16,18-23 15,-18 23-15,14-19 16,-14 19-16,10-14 15,-10 14-15,6-9 16,-3 13-16,-6 12 16,3-16-16,-5 20 15,-3 4-15,8-24 0,-6 24 16,6-24-16,-5 18 16,5-18-16,-2 16 15,2-16-15,1 10 16,-1-10-16,5 0 15,5-9-15,0-12 16,5-4-16,2-1 16,-17 26-16,17-23 15,-1 5-15,-16 18 16,20-18-16,-20 18 0,13-7 16,-1 7-16,-6 6 15,-3 8-15,-3-14 16,0 19-16,3-2 15,-3-17-15,5 21 16,6-5-16,4 1 16,4-8-16,-19-9 15,22 5-15,5-5 16,7-7-16,-5-4 16,1-4-16,-1-2 0,-29 17 15,19-19-15,-19 19 16,17-18-16,-17 18 15,14-19-15,-8 5 16,-6 14-16,-4-11 16,-10 8-16,14 3 15,-19 3-15,0 6 16,19-9-16,-19 13 16,19-13-16,-13 12 0,13-12 15,-3 12-15,7-2 16,-4-10-16,12 5 15,7-3-15,2-1 16,-21-1-16,25-1 16,0-1-16,-25 2 15,23 3-15,-8 4 16,-1 11-16,-7 6 16,-6 5-16,-2 4 15,-1 8-15,-5 4 16,-5 6-16,0 4 0,-1 7 15,-3-2-15,0-2 16,-3-6-16,5-4 16,14-48-16,-13 35 15,13-35-15,-13 28 16,13-28-16,-9 17 16,-1-13-16,0-8 15,1-7-15,9 11 16,-5-17-16,5 17 15,-5-17-15,5 17 16,-3-15-16,1 1 0,5-1 16,9 0-16,3 0 15,12-1-15,3 4 16,8-1-16,1 4 16,-6 0-16,-33 9 15,35-2-15,-9-3 16,-13-5-16,-10-6 15,-11-3-15,-12-5 16,0-2-16</inkml:trace>
  <inkml:trace contextRef="#ctx0" brushRef="#br0" timeOffset="-90650.99">6690 15483 0,'0'0'0,"0"0"0,0 0 0,5 0 0,0-2 15</inkml:trace>
  <inkml:trace contextRef="#ctx0" brushRef="#br0" timeOffset="-87838.08">4016 16316 0,'0'0'0,"0"0"0,0 7 0,2 7 0,-2 5 15,2 9-15,-4 0 16,2 6-16,-2 2 16,-1 5-16,5-1 15,-2 7-15,0-1 16,-3-3-16,3-43 16,0 41-16,0-41 15,-3 33-15,3-33 16,0 28-16,0-28 15,0 16-15,1-14 16,-1-12-16,3-11 0,4-6 16,-3-5-16,2-2 15,2 2-15,3 1 16,7 0-16,3 5 16,0 5-16,2 2 15,-23 19-15,26-12 16,-2 6-16,2 11 15,-2 4-15,-6 8 16,-6 5-16,-2 4 0,-7 0 16,-8 4-16,-4-1 15,-3 0-15,12-29 16,-17 28-16,17-28 16,-16 23-16,16-23 15,-13 18-15,13-18 16,-10 8-16,9-9 15,10-11-15,6-1 16,6-1-16,5 1 16,6-2-16,6 0 15,-2 2-15,1-2 16,-37 15-16,40-14 0,-4-1 16,-36 15-16,34-13 15,-34 13-15,28-14 16,-28 14-16,17-15 15,-9 3-15,-8 12 16,-6-10-16,-7 7 16,13 3-16,-26 6 15,0 7-15,26-13 16,-31 26-16,7 1 0,24-27 16,-18 29-16,10-3 15,8-26-15,1 21 16,-1-21-16,10 13 15,5-6-15,-15-7 16,20 2-16,1-4 16,-21 2-16,24-4 15,-4 3-15,-20 1 16,23 2-16,-23-2 16,21 4-16,-3 2 0,-18-6 15,22 6-15,-22-6 16,16 1-16,1-4 15,-17 3-15,15-11 16,-1-7-16,-1-10 16,0-5-16,-6-5 15,4-5-15,-3-3 16,2 1-16,-2 3 16,-1 5-16,-7 37 15,6-32-15,-6 32 16,7-24-16,-7 24 0,2-18 15,-2 18-15,0-10 16,-2 8-16,-7 15 16,-1 14-16,0 7 15,1 9-15,1 3 16,5-1-16,3-3 16,0 0-16,5-4 15,5-7-15,1-3 16,5-5-16,5-8 0,4-8 15,2-4-15,2-5 16,4-6-16,-2-3 16,1-6-16,-3-1 15,-2-4-15,-5-1 16,-22 23-16,21-23 16,-21 23-16,18-20 15,-18 20-15,8-20 16,-6 2-16,-12 11 15,-7 7-15,-4 5 16,1 5-16,20-10 0,-17 16 16,17-16-16,-13 16 15,13-16-15,-9 21 16,9-21-16,0 18 16,6-4-16,-6-14 15,17 8-15,5-6 16,-22-2-16,29-5 15,-29 5-15,27-8 16,-27 8-16,25-6 16,-25 6-16,23 0 15,-23 0-15,20 8 0,-7 6 16,-13-14-16,15 13 16,-15-13-16,10 13 15,3-6-15,0-8 16,-13 1-16,18-6 15,-3-7-15,-15 13 16,22-20-16,-6-3 16,-16 23-16,15-25 15,-15 25-15,11-21 16,-11 21-16,6-19 16,-6 19-16,1-11 0,-2 8 15,-5 13-15,-2 7 16,8-17-16,-10 19 15,10-19-15,-8 21 16,8-21-16,-7 20 16,7-20-16,-3 17 15,3-17-15,-2 10 16,2-10-16,3 3 16,3-7-16,4-12 15,3-1-15,0-3 0,1 0 16,-14 20-16,18-22 15,-18 22-15,16-15 16,-16 15 0,17-9-16,-17 9 0,14-4 15,1 6-15,-5 13 16,-4 6-16,-5 6 16,1 2-16,-5 0 15,3-4-15,4-2 16,-4-23-16,5 22 0,3-7 15,8-8-15,1-15 16,2-3-16,4-10 16,3-4-16,0 0 15,2-4-15,-1 3 16,4-3-16,-11 0 16,8 2-16,-8 0 15,-20 27-15,17-23 16,-17 23-16,11-17 0,-6 5 15,-5 12-15,-7-8 16,-5 4-16,-11 9 16,1 6-16,1 2 15,2 5-15,0 5 16,5 0-16,1 0 16,13-23-16,-9 27 15,6-4-15,3-23 16,7 24-16,9-2 15,12-5-15,1-8 16,2-2-16,4-5 0,-1-7 16,1-1-16,-1-3 15,-8-1-15,1-2 16,-27 12-16,25-14 16,-25 14-16,19-15 15,-9-3-15,-10 18 16,6-18-16,-13 5 15,-8 7-15,-7 8 16,-2 6-16,-2 10 16,4 3-16,2 2 15,5 1-15,15-24 0,-10 26 16,9-2-16,8 1 16,12-1-16,4-7 15,9-6-15,7-1 16,4-7-16,5-5 15,4-5-15,3-9 16,-3-7-16,-1-6 16</inkml:trace>
  <inkml:trace contextRef="#ctx0" brushRef="#br0" timeOffset="-87369.33">7834 15834 0,'0'0'0,"0"0"0,2-1 16,-4-6-16,2 7 16,-2-13-16,-1-1 15,3 14-15,-3-19 16,-4-1-16,-3-1 16,1 0-16,9 21 15,-9-18-15,-1-3 0,10 21 16,-13-21-16</inkml:trace>
  <inkml:trace contextRef="#ctx0" brushRef="#br0" timeOffset="-87134.95">7717 15584 0,'0'0'0,"0"0"0,2 0 16,-2 0-16,13-1 15,3-1-15,15 1 16,0-2-16,5 3 15,3 0-15,-1 1 16,-4 1-16,4 0 0,-8-1 16,0-1-16,-30 0 15,27 1-15,-1 4 16,-26-5-16,25 6 16,-25-6-16,18 7 15,-9-4-15</inkml:trace>
  <inkml:trace contextRef="#ctx0" brushRef="#br0" timeOffset="-86791.16">7697 15893 0,'0'0'0,"0"0"0,9 0 0,12 0 0,17 0 0,1 0 15,9 0-15,2 2 16,-6-2-16,-4 0 16,-1-1-16,-4 3 15,-3-3-15,0 1 16</inkml:trace>
  <inkml:trace contextRef="#ctx0" brushRef="#br0" timeOffset="-76303.86">8785 15605 0,'0'0'0,"0"0"0,0 0 0,-2-4 0,2 4 15,-3-8-15,3 8 16,-4-9-16,4 9 16,-7-11-16,7 11 0,-6-14 15,6 14-15,-11-14 16,3 1-16,8 13 16,1-15-16,4 0 15,12-3-15,1 3 16,8 3-16,-26 12 15,27-10-15,3 0 16,7 4-16,-37 6 16,34 1-16,-3 1 15,-3 7-15,-28-9 0,21 14 16,-8 7-16,-10 9 16,-8 3-16,-9 2 15,-3 1-15,-6 1 16,1-3-16,2 0 15,-2 0-15,3-4 16,2 1-16,3-3 16,1-3-16,13-25 15,-12 21-15,12-21 0,-6 21 16,9-4-16,10-4 16,7-5-16,9-8 15,6-2-15,2-3 16,2-2-16,5-1 15,-4 4-15,-40 4 16,36-5-16,-36 5 16,36-2-16,-36 2 15,28 1-15,-12 7 16,-16-8-16,8 12 16</inkml:trace>
  <inkml:trace contextRef="#ctx0" brushRef="#br0" timeOffset="-75569.49">9560 15418 0,'0'0'0,"0"0"0,2 8 0,-3 1 0,-10 14 16,2 1-16,-4 1 16,-6 0-16,0 4 15,-2-3-15,3 4 16,0 0-16,-1-4 15,2 2-15,17-28 16,-13 29-16,1-1 16,12-28-16,-9 28 15,9-28-15,-7 26 0,7-26 16,-6 23-16,8-6 16,4 0-16,8-6 15,7-7-15,3-6 16,3-1-16,-3-1 15,6-5-15,-2 2 16,3-2-16,-5 1 16,-26 8-16,22-12 15,-10 0-15,-12 12 0,8-16 16,-7 0-16,-6-5 16,5 21-16,-9-18 15,9 18-15,-10-21 16,10 21-16,-16-20 15,16 20-15,-14-16 16,14 16-16,-13-12 16,13 12-16,-9-8 15,9 8-15,-3-1 16,5 9-16,6 6 0,2 6 16,-2 5-16,0 3 15,-1 5-15,-5 0 16,-3 7-16,-1 3 15,-4 3-15,-1 1 16,0-1-16,7-46 16,-3 40-16,3-40 15,-2 31-15</inkml:trace>
  <inkml:trace contextRef="#ctx0" brushRef="#br0" timeOffset="-74866.33">10032 15520 0,'0'0'0,"0"0"0,0 0 0,3-4 0,-3-7 15,0 11-15,-8-16 16,-3 0-16,-8 2 16,-4 0-16,-2 3 15,0 5-15,25 6 16,-22-6-16,22 6 15,-23 1-15,2 7 0,4 8 16,17-16-16,-13 20 16,5 3-16,8-23 15,-3 27-15,6 0 16,8-2-16,-11-25 16,15 24-16,4-4 15,4-6-15,-23-14 16,25 10-16,1-9 15,2-3-15,1-8 0,-29 10 16,25-14-16,0-3 16,-1-2-16,-24 19 15,20-21-15,-20 21 16,10-22-16,-10 22 16,7-16-16,-7 16 15,-2-14-15,2 14 16,-6-8-16,-3 8 15,-4 8-15,5 5 16,8-13-16,-6 24 16,2 2-16,3 6 15,2 2-15,-3 0 16,3 0-16,1 1 0,-4-1 16,1-2-16,1 1 15,0-2-15,-3-2 16,3-29-16,-2 27 15,2-27-15,-4 24 16,-1-8-16,-2-15 16</inkml:trace>
  <inkml:trace contextRef="#ctx0" brushRef="#br0" timeOffset="-74225.75">10367 15461 0,'0'0'0,"0"0"0,0 0 0,1 4 0,-2 3 15,-7 9 1,8-16-16,-8 19 0,1 2 16,0 5-16,7-26 15,-7 25-15,7-25 16,-4 23-16,1 1 16,3-24-16,2 24 15,1-8-15,-3-16 16,9 10-16,6-3 15,-15-7-15,22 4 0,6-4 16,5 0-16,-3 0 16,-30 0-16,33 0 15,-2 0-15,1-1 16,-32 1-16,29-1 16,-3 4-16,-26-3 15,22 9-15,-3 2 16,-19-11-16,15 15 15,-15-15-15,7 18 16,-9 4-16,2-22 16,-12 26-16,-7-3 0,-2-3 15,21-20-15,-28 18 16,1-4-16,27-14 16,-26 13-16,2 1 15,24-14-15,-27 9 16,6-6-16,1-12 15,3-6-15,17 15 16</inkml:trace>
  <inkml:trace contextRef="#ctx0" brushRef="#br0" timeOffset="-73928.86">10336 15476 0,'0'0'0,"0"0"0,7 1 0,12 0 16,6-7-16,9 2 15,2-6-15,6 3 16,1 0-16,2 4 15,-1-4-15,-44 7 16,42-4-16,-5 2 16,-37 2-16,36 2 15,-36-2-15,26 2 16</inkml:trace>
  <inkml:trace contextRef="#ctx0" brushRef="#br0" timeOffset="-73334.7">11096 15481 0,'0'0'0,"0"0"0,-2 0 16,2 0-16,-8-1 16,-4 5-16,-5 2 15,-5 5-15,2 4 16,0 1-16,-1 4 15,5 1-15,0-1 0,3 6 16,-2 3-16,5 2 16,1 4-16,0-1 15,9 0-15,5-5 16,4-1-16,6-4 16,3-2-16,2-9 15,-20-13-15,23 10 16,1-7-16,6-2 15,-30-1-15,31-4 16,-3-5-16,-28 9 0,30-16 16,-8-6-16,-8-5 15,-14 27-15,8-25 16,-6 3-16,-8 0 16,-7 7-16,13 15 15,-21-10-15,-3 8 16,-4 6-16,0 8 15,0 4-15,3 2 16,3 5-16,22-23 0,-14 24 16,8-9-16,8-11 15</inkml:trace>
  <inkml:trace contextRef="#ctx0" brushRef="#br0" timeOffset="-72834.66">11372 15461 0,'0'0'0,"0"0"0,0 0 16,0 3-16,-1 6 15,1-9-15,-3 17 16,3-17-16,-5 17 16,5-17-16,-3 20 15,2-4-15,1-16 16,3 18-16,5-7 16,9-5-16,-1 4 0,5-3 15,-21-7-15,22 4 16,2 1-16,4 4 15,-3 2-15,0 4 16,-25-15-16,21 16 16,-2 4-16,-19-20 15,12 22-15,-4 2 16,-3 3-16,-9-3 16,-6-2-16,-5-3 15,-3-3-15,-5-3 0,-1-2 16,-1-2-16,1-3 15,-1-4-15,1-3 16,24 1-16,-27-7 16,5-5-16,-2-12 15</inkml:trace>
  <inkml:trace contextRef="#ctx0" brushRef="#br0" timeOffset="-72631.58">11376 15478 0,'0'0'15,"0"0"-15,6-2 0,8-8 0,6 1 16,-20 9-16,23-9 16,4 1-16,0 1 15,1 3-15,-28 4 16,27-3-16,-4 2 15,-23 1-15</inkml:trace>
  <inkml:trace contextRef="#ctx0" brushRef="#br0" timeOffset="-72131.13">11794 15495 0,'0'0'0,"0"0"0,0 0 0,3-5 16,7-5-16,-10 10 16,8-14-16,2 0 15,-10 14 1,18-12-16,0 4 0,-18 8 15,23-4-15,-1 5 16,1 4-16,-23-5 16,21 10-16,-4 8 15,-17-18-15,8 26 16,-3 3-16,-7 5 0,-1 0 16,-5-1-16,8-33 15,-13 30-15,1-1 16,-1 0-16,13-29 15,-10 26-15,10-26 16,-10 20-16,3-2 16,13-2-16,10-5 15,12-1-15,8-4 16,6 1-16,3 4 16,9 4-16,-5-2 0,1 1 15,-50-14-15,40 10 16</inkml:trace>
  <inkml:trace contextRef="#ctx0" brushRef="#br0" timeOffset="-31529.43">18782 7110 0,'0'0'0,"0"0"0,0-6 0,0 6 16,-3-15-16,-4-5 16,-8-2-16,15 22 0,-15-23 15,-5 9-15,-9 3 16,0 7-16,-2 2 15,1 9-15,2 3 16,2 4-16,-1 3 16,-2 5-16,4 5 15,0 1-15,-1 7 16,5 1-16,3 9 16,2-2-16,1 5 15,5-2-15,1-2 16,3-2-16,6-3 0,5-6 15,1-2-15,4-4 16,5-2 0,7-5-16,1-10 0,10-4 15,-1-4-15,5-9 16,0-3-16,-2-5 16,0-7-16,3-4 15,-2-8-15,0-2 16,0 0-16,-3 3 15,-3-3-15,-2 1 0,-8 1 16,-2 5-16,-6 4 16,-12 25-16,7-23 15,-7 23-15,1-16 16,-6 6-16,-8 7 16,-3 12-16,-1 10 15,2 7-15,-9 6 16,3 5-16,2-4 15,-2 4-15,9-4 16,3-4-16,4-2 16,5-27-16,-2 23 0,2-23 15,5 18-15,9-8 16,8-10-16,0-10 16,2-6-16,-2-7 15,-1 1-15,-5-7 16,2 1-16,0 2 15,-18 26-15,17-24 16,-2 0-16,-15 24 16,18-19-16,-18 19 0,10-11 15,-3 4-15,-7 7 16,6 6-16,0 3 16,0 12-16,2 0 15,-8-21-15,4 25 16,2 1-16,-6-26 15,7 27-15,2-2 16,-9-25-16,14 22 16,2-9-16,5-10 15,-3-10-15,3-6 0,-3-7 16,5-5-16,-2-3 16,-1-4-16,0-8 15,-2 1-15,-2 2 16,-4 3-16,-12 34 15,8-31-15,-8 31 16,3-28-16,-3 28 16,1-23-16,-7 6 15,-5 8-15,11 9 16,-16 1-16,-1 10 16,17-11-16,-11 20 0,6 0 15,8 5-15,10-2 16,6-2-16,8 3 15,1 1-15,4-2 16,1 7-16,-6-3 16,-5 0-16,-5 2 15,-17 0-15,-14 1 16,-7-2-16,-7 2 16,-3-7-16,-1 0 15,32-23-15,-31 16 16,31-16-16,-30 10 0,30-10 15,-24 7-15,9-11 16,15-9-16,8-3 16,11-5-16,5-3 15,6-2-15,4-5 16,1 2-16,2-3 16,6 3-16,-7-5 15,1 4-15,-4-2 16,-7-1-16,-26 33 0,24-32 15,-6 0-15,-18 32 16,10-31 0,-9 6-16,-10 6 0,-9 11 15,-3 12-15,-5 6 16,-1 9-16,10 8 16,-6 3-16,8 2 15,2 2-15,0-3 16,10 3-16,7-3 15,0-2-15,-4-29 16,12 28-16,5-3 0,6-3 16,4-4-16,0-3 15,4-3-15,-31-12 16,29 6-16,1-1 16,0-10-16,-1 0 15,-6-7-15</inkml:trace>
  <inkml:trace contextRef="#ctx0" brushRef="#br0" timeOffset="-30935.68">20061 7186 0,'0'0'0,"8"-4"15,3-6-15,5-6 0,7 0 0,-1-7 16,-22 23-16,18-23 16,-2-1-16,-16 24 15,17-27-15,-5 2 16,-12 25-16,11-26 16,-11 26-16,8-18 0,-3 8 15,-5 10-15,3 1 16,0 10-1,2 8-15,-4 6 0,-3 5 16,-2 2-16,1 5 16,0 2-16,-4 2 15,2 0-15,1 0 16,-3 2-16,2-5 16,2-4-16,4-3 15,-2 0-15,1-31 16,-3 26-16,1-2 0,2-24 15,-2 24-15,2-24 16,-2 21-16,2-21 16,-3 15-1,3-15-15,-1 10 0,5-3 16</inkml:trace>
  <inkml:trace contextRef="#ctx0" brushRef="#br0" timeOffset="-30670.09">20779 6971 0,'0'0'0,"0"0"0,4 6 0,-4-6 16,5 11-16</inkml:trace>
  <inkml:trace contextRef="#ctx0" brushRef="#br0" timeOffset="-30482.58">20718 7351 0,'0'0'0,"0"0"0,0 0 16,0-1-16,4 1 16</inkml:trace>
  <inkml:trace contextRef="#ctx0" brushRef="#br0" timeOffset="-28294.69">21685 6730 0,'0'0'0,"0"0"0,0 0 0,-1 0 16,-5 4-16,-2 7 16,-2 5-16,0 5 15,-1 11-15,-2-1 16,-1 9-16,1 4 16,-5 5-16,-1 2 15,5 4-15,-6-1 16,1-6-16,19-48 15,-15 45-15,-1-8 0,0 1 16,16-38-16,-10 31 16,10-31-16,-7 24 15,4-13-15</inkml:trace>
  <inkml:trace contextRef="#ctx0" brushRef="#br0" timeOffset="-26966.56">21909 6744 0,'0'0'0,"0"0"0,0 0 0,0 3 0,-1 9 15,-4 11-15,-5 2 16,-5 8-16,-4 1 16,-4 1-16,-5-3 15,-3-1-15,-2-1 0,-1 2 16,-3-2-16,3-4 16,-3-9-16,37-17 15,-32 15-15,32-15 16,-26 10-16,1-6 15,25-4-15,-23-2 16,23 2-16,-10-7 16,7-7-16,3 14 15,7-17-15,-7 17 16,15-12-16,7 3 16,6 5-16,2 10 15,-4 7-15,-3 2 0,-1 5 16,-2 0-16,-8 3 15,4 3-15,-1-1 16,-2-1-16,-13-24 16,12 30-16,4-6 15,5-6-15,1-4 16,3-5-16,0-7 16,-3-1-16,3-6 15,-1-2-15,0-2 0,-1-9 16,-4-2-16,3 0 15,-4-4-15,1 1 16,-3 1-16,-16 22 16,18-24-16,-18 24 15,10-23-15,-4 0 16,-6 23-16,-5-23 16,-1 11-16,-7 5 15,13 7-15,-13 4 0,-2 10 16,0 5-16,-1 3 15,16-22-15,-14 29 16,4 0-16,10-29 16,-4 30-16,4-30 15,4 28-15,11-3 16,4-9-16,8-10 16,1-7-16,0-5 15,0-8-15,1 3 16,-3-3-16,-3-4 15,0 1-15,-3-3 0,-20 20 16,17-23-16,-2 0 16,-7 1-16,-8 22 15,4-24-15,-4 24 16,0-18-16,-9 7 16,9 11-16,-9 1 15,-3 10-15,-3 10 16,3 1-16,7 5 15,1-2-15,4-25 16,0 23-16,4 0 0,8-5 16,5-3-16,4-7 15,4-5-15,2-7 16,0-5 0,1-4-16,0-1 0,-4-2 15,3-3-15,-8-2 16,0-2-16,-6-2 15,3-2-15,-5-2 16,1 2-16,-12 27 16,10-25-16,-10 25 15,6-23-15,-6 23 0,3-15 16,-2 4-16,-5 12 16,-5 8-16,-4 6 15,1 5-15,3 7 16,-1 3-16,5 6 15,-2 3-15,-2 7 16,2 2 0,0 4-16,-4 0 0,4-5 15,3 1-15,-2 0 16,-2-3-16,0-2 0,-1-1 16,-5-6-16,4-6 15,10-30-15,-10 30 16,-2-4-16,12-26 15,-12 21-15,12-21 16,-8 15-16,-1-12 16</inkml:trace>
  <inkml:trace contextRef="#ctx0" brushRef="#br0" timeOffset="-25200.9">22464 7154 0,'0'0'0,"5"-6"0,4-6 0,14-3 0,0 3 15,5 2-15,3 4 16,0 10-16,-4 7 15,-4 5-15,-2 4 0,-21-20 16,11 21-16,-6 3 16,-5-24-16,-5 26 15,-7 2-15,12-28 16,-23 25-16,-3-6 16,26-19-16,-27 15 15,27-15-15,-21 11 16,21-11-16,-17 4 15,8-8-15,9-5 0,11-8 16,4 1-16,8-5 16,0-1-16,8 1 15,-1-2-15,3 2 16,-33 21-16,30-21 16,-1 3-16,-29 18 15,28-14-15,-28 14 16,19-7-16,-4 7 15,-3 8-15,-12-8 16,9 14-16,-9-14 0,6 18 16,-6-18-16,6 20 15,3 1-15,-9-21 16,15 14-16,4-9 16,6-5-16,2-8 15,-27 8-15,26-14 16,0-4-16,-4-5 15,-22 23-15,23-21 16,-7-1-16,-16 22 16,14-21-16,-14 21 15,11-19-15,-7 9 0,-4 9 16,0 1-16,-3 9 16,-2 8-16,-1 8 15,0 5-15,2-3 16,4-27-16,-4 30 15,-1-1-15,5-29 16,-8 26-16,8-26 16,-6 19-16,6-19 15,-5 15-15,5-15 16,-3 8-16,0-10 16,3 2-16,-4-14 0,3-3 15,-4-8-15,5-2 16,8 4-16,2 2 15,-10 21-15,15-22 16,3 5-16,-18 17 16,23-16-16,-2 5 15,-21 11-15,24-5 16,0 8-16,-24-3 16,25 8-16,-1 4 15,-5 6-15,-19-18 0,15 22 16,-4 1-16,-11-23 15,13 23-15,-4-3 16,-9-20-16,14 15 16,3-4-16,-17-11 15,19 4-15,3-8 16,6-8-16,-1-6 16,5-6-16,0-4 15,-7-4-15,0 5 16,1-3-16,-3 0 15,-23 30-15,17-28 0,-17 28 16,11-21-16,-11 21 16,8-22-16,-9 12 15,-7 9-15,-4 8 16,-6 10-16,-2 3 16,3 0-16,1 3 15,16-23-15,-14 24 16,14-24-16,-14 22 15,8-1-15,6-21 0,1 21 16,-1-21-16,6 11 16,7-8-16,5-6 15,-2-5-15,-16 8 16,15-14-16,0-3 16,-15 17-16,16-17 15,-16 17-15,10-18 16,-10 18-16,7-15 15,-7 15-15,4-10 16,0 10-16,-4 7 0,-5 7 16,0 5-16,0 4 15,-1 1-15,-2 2 16,0 7-16,0 2 16,-2 6-16,0-2 15,-3 6-15,5-3 16,-2 1-16,-3-3 15,-1-1-15,1-2 16,-3 1-16,0-5 16,16-33-16,-18 30 15,-1-8-15,19-22 0,-23 12 16,1-3-16,22-9 16,-22-5-16,3-11 15,-2-15-15,9-4 16,4-8-16,5 0 15,10 3-15,3 2 16,9 7-16,3-1 16,6 7-16,3-2 15,0 4-15,1 3 0,5 3 16,-5 5-16,1 9 16,-5 3-16,-2 2 15,-26-2-15,22 10 16,-22-10-16,15 6 15,-15-6 1,7 6-16,-10 1 0,-13-2 16,-6-7-16,-6-5 15</inkml:trace>
  <inkml:trace contextRef="#ctx0" brushRef="#br0" timeOffset="-25007.93">22879 6864 0,'0'0'0,"0"0"0,-1 1 0,4 4 0</inkml:trace>
  <inkml:trace contextRef="#ctx0" brushRef="#br0" timeOffset="-24200.53">24165 7212 0,'0'0'0,"0"0"0,0 0 0,-1-3 0,1-4 16,0 7-16,6-16 16,0-3-16,7-10 15,6 1-15,-2 1 16,-1-1-16,5-1 15,-3 4-15,-3-1 16,-15 26-16,15-26 0,-15 26 16,12-25-16,-12 25 15,8-21-15,-3 10 16,-12 14-16,-4 9 16,-2 8-16,13-20 15,-16 25-15,-1 3 16,10 3-16,3-2 15,7-3-15,-3-26 16,9 23-16,8 1 16,10 1-16,3-2 0,-1-1 15,-1-3-15,-28-19 16,22 18-16,-22-18 16,16 16-16,-10 2 15,-9 1-15,-15-2 16,-4-4-16,-2-2 15,-3-4-15,27-7 16,-25 4-16,25-4 16,-23 1-16,5-3 15,1-10-15,10-5 16</inkml:trace>
  <inkml:trace contextRef="#ctx0" brushRef="#br0" timeOffset="-22700.53">24723 6968 0,'0'0'0,"0"0"0,0 0 0,3-4 0,-3 4 16,4-10-16,-4-2 15,-9 2-15,-8 6 0,-4 4 16,-6 4-16,3 5 15,-4 2-15,3 9 16,4 3-16,4 0 16,5 3-16,3-1 15,3-3-15,6-22 16,-2 22-16,6 0 16,9-5-16,-13-17 15,20 13-15,1-4 16,2-11-16,-3-5 15,-20 7-15,20-11 0,-2 0 16,-18 11-16,17-21 16,-4 0-16,-13 21 15,11-24-15,-11 24 16,7-26-16,-7 26 16,4-24-16,-4 24 15,4-18-15,-2 5 16,-2 13-16,5 1 15,0 9-15,-5-10 16,8 18-16,-2 3 0,-6-21 16,10 29-16,0-1 15,-10-28-15,11 26 16,-11-26-16,8 21 16,-8-21-16,14 14 15,-14-14-15,14 5 16,5-11-16,-2-9 15,0-3-15,-2-1 16,-4-3-16,-11 22 0,7-22 16,2 2-16,-9 20 15,8-20-15,-8 20 16,3-15-16,0 10 16,-3 5-16,2 4 15,-1 10-15,1 10 16,-2-24-16,4 28 15,-1 4-15,-3-32 16,7 32-16,-7-32 16,6 30-16,-6-30 0,0 25 15,0-25-15,1 19 16,-1-19-16,1 10 16,-1-11-16,-1-12 15,1 13-15,3-16 16,0-7-16,-3 23 15,3-28-15,4-1 16,-7 29-16,9-29 16,1 7-16,-10 22 15,10-22-15,-10 22 16,11-13-16,4 10 0,-15 3 16,16 3-16,-2 6 15,-14-9-15,21 15 16,-5 6-16,-16-21 15,18 22-15,-6-3 16,-12-19-16,13 17 16,-13-17-16,13 12 15,-2-6-15,-11-6 16,13-1-16,-3-5 16,-10 6-16,11-14 15,2-4-15,-13 18 0,13-21 16,-13 21-16,13-21 15,-13 21-15,13-18 16,-13 18-16,14-17 16,-14 17-16,11-7 15,-1 11-15,-10-4 16,15 15-16,-3 4 16,1 4-16,0-1 15,-13-22-15,14 19 16,-1-4-16,-13-15 0,19 12 15,1-3-15,3-5 16,-1-8-16,2 0 16,-3-5-16,0-8 15,0 1-15,0-4 16,-21 20-16,18-23 16,-1-2-16,-17 25 15,15-27-15,-15 27 16,10-27-16,-10 27 15,6-21-15,-6 21 16,-2-14-16,-4 13 0,-7 12 16,-1 8-16,3 6 15,-3 4-15,3 1 16,6 0-16,4-1 16,1-29-16,2 27 15,3 0-15,-5-27 16,13 27-16,4-7 15,6-7-15,0-5 16,4-7-16,4-6 0,2 0 16,4-7-16</inkml:trace>
  <inkml:trace contextRef="#ctx0" brushRef="#br0" timeOffset="-22137.99">26410 6769 0,'0'0'0,"3"-9"0,5-9 16,-3-6-16,-5 24 16,0-28-16,-3-1 15,3 29-15,-8-30 16,8 30-16,-14-22 0,0 9 16,14 13-16,-18-3 15,5 11-15,-4 11 16,3 3-16,2 6 15,2 2-15,4-1 16,-1 3-16,4 2 16,4 1-16,-1-1 15,-2-2-15,3 0 16,-2-3-16,-1 1 0,2-2 16,2-2-16,-2-26 15,2 23-15,3-1 16,-5-22-16,7 23 15,-7-23-15,7 15 16,4 0-16,2-5 16,-13-10-16,14 0 15,5-4-15,6-7 16,-1-3-16,0-1 16,1 3-16,-3-3 15,-2-3-15,-4-1 0,-16 19 16,10-20-16</inkml:trace>
  <inkml:trace contextRef="#ctx0" brushRef="#br0" timeOffset="-21903.62">26013 7020 0,'0'0'0,"0"0"0,-2-4 0,7-3 16,5-4-16,10-5 15,10 2-15,12-2 16,7 1-16,6-6 16,7 3-16,6-3 15,-3-3-15,-6 3 16</inkml:trace>
  <inkml:trace contextRef="#ctx0" brushRef="#br0" timeOffset="-19997.39">26681 6992 0,'0'0'0,"0"0"0,0 0 0,0-1 0,0 1 16,0-3-16,0 3 15,1-6-15,-1 6 16,6-10-16,1-4 15,-7 14-15,6-18 16,-6 18-16,7-18 16,-7 18-16,1-16 15,-1 16-15,-3-14 16,3 14-16,-7-8 0,-4 12 16,-2 10-16,13-14 15,-14 19-15,3 6 16,3 8-16,6-2 15,2-31-15,5 29 16,4-4-16,9 0 16,3-10-16,-1 0 15,4-12-15,1-4 16,-1-5-16,0 0 0,-3-7 16,4 0-16,1-4 15,-6 0-15,-3-7 16,-17 24-16,18-25 15,-4 1-15,-14 24 16,10-24-16,-10 24 16,11-24-16,-11 24 15,11-16-15,-11 16 16,6-12-16,-6 12 16,4-3-16,1 10 0,-4 7 15,-1-14-15,0 20 16,0 3-16,1 1 15,-1-24-15,2 24 16,-2-24-16,4 19 16,-4-19-16,4 17 15,-4-17-15,5 9 16,-5-9-16,6 3 16,-4-11-16,5-9 15,-2-2-15,-5 19 16,4-22-16,3 2 0,-7 20 15,10-24 1,1 8-16,-11 16 0,10-18 16,-10 18-16,14-12 15,1 5-15,-15 7 16,16 6-16,-2 2 16,-14-8-16,17 16 15,-3 2-15,3 4 16,-17-22-16,16 15 15,3 2-15,-1-6 16,-18-11-16,24 6 0,-5-4 16,6-4-16,-1-7 15,-3-3-15,-1-2 16,-5-3-16,-15 17 16,18-21-16,-3-2 15,-15 23-15,15-25 16,-15 25-16,12-22 15,-12 22-15,7-17 16,-7 17-16,3-14 16,-5 13-16,1 9 0,-4 7 15,-2 3-15,7-18 16,-6 22-16,6 0 16,0-22-16,5 22 15,2 0-15,-7-22 16,12 20-16,1-7 15,-13-13-15,18 7 16,-3-4-16,5-7 16,-20 4-16,18-13 0,-1-3 15,-2-7-15,-15 23 16,13-23-16,-1 1 16,-12 22-16,16-22 15,-16 22-15,9-18 16,-9 18-16,6-16 15,-2 7-15,-4 9 16,2 0-16,-1 6 16,0 8-16,-1-14 15,6 20-15,0 4 16,1-1-16,3-2 0,-10-21 16,13 19-16,-1-3 15,-12-16-15,19 10 16,-19-10-16,19 7 15,6-4-15,-2-4 16,0-8-16,-4-2 16,1-2-16,-1-1 15,-1-2-15,-18 16 16,20-16-16,-3 3 16,-17 13-16,23-10 15,-23 10-15,21-5 0,-21 5 16,22-3-16,-2 7 15,2 8-15,-22-12 16,15 15-16,4-2 16,-1 1-16,-18-14 15,17 13-15,4-4 16,4-4-16,-3-4 16,6-4-16,-4-5 15,-24 8-15,27-12 0,-1-1 16,6-8-16,-5 0 15,-2 0-15,-25 21 16,23-27-16,-4 1 16,-19 26-16,13-24 15,-2 3-15,-11 21 16,-1-17-16,-7 12 16,-7 8-16,-5 4 15,4 8-15,-1 2 16,17-17-16,-12 25 0,1 2 15,10 0 1,2 1-16,7-2 0,4-8 16,11-1-16,6-4 15,5-8-15,5-1 16,7-3-16,1-7 16,1 1-16,3-3 15,-3 2-15,-48 6 16,40-6-16,-40 6 15,31-3-15,-13 7 16</inkml:trace>
  <inkml:trace contextRef="#ctx0" brushRef="#br0" timeOffset="35399.78">21406 8244 0,'0'0'0,"0"0"0,4 4 0,-4-4 0,6 12 16,-5 3-16,2 10 0,-3 1 16,-5 4-16,0 0 15,-1-1-15,-2 3 16,3-3-16,4 1 15,-6 0-15,3-1 16,2-1-16,-1-2 16,0-3-16,3-23 15,0 25-15,2-2 0,-2-23 16,-2 28-16,2-28 16,0 25-16,0-25 15,1 24-15,-1-24 16,5 23-16,-5-23 15,6 21-15,8-8 16,3-7-16,4-4 16,-21-2-16,23 1 15,5-4-15,6-1 0,-2-5 16,-32 9-16,30-7 16,-2 2-16,-28 5 15,30 0-15,-30 0 16,19-2-16,-19 2 15,15 2-15,-15-2 16,8 3-16,-8-3 16,3 7-16,-5-5 15</inkml:trace>
  <inkml:trace contextRef="#ctx0" brushRef="#br0" timeOffset="35727.88">21434 8610 0,'0'0'0,"0"0"0,4 0 0,5-2 15,-9 2-15,16-4 16,0 2-16,4-3 16,3-2-16,-23 7 15,22-3-15,-1-2 16,-21 5-16,28-8 16,-28 8-16,23-5 15,-23 5-15,24-4 16,-3-4-16,-5-4 0,-16 12 15</inkml:trace>
  <inkml:trace contextRef="#ctx0" brushRef="#br0" timeOffset="36040.38">21355 8285 0,'0'0'0,"7"-6"0,7-1 0,11-3 15,10-7-15,1 3 16,10 0-16,-2 3 15,-1 0-15,-9 5 16,-1 1-16,-4-1 16</inkml:trace>
  <inkml:trace contextRef="#ctx0" brushRef="#br0" timeOffset="37103.35">22043 8337 0,'0'0'0,"2"9"0,1 10 0,3 1 0,0 7 16,-3 4-16,-3-2 16,-4 2-16,3 2 15,-2-1-15,0 0 16,3 0-16,-2-4 0,5-3 16,-3-25-16,2 23 15,-2-23-15,0 20 16,0-20-16,2 13 15,-2-13-15,1 8 16,-3-12-16,3-8 16,-2-4-16,-2-5 15,3 1-15,0-4 16,-1 1-16,0-3 16,-3 1-16,0-1 0,0 2 15,-2-1-15,4 2 16,2 23-16,-1-26 15,1 1-15,4-3 16,-4 28-16,12-26 16,3 4-16,-15 22 15,20-20-15,2 5 16,-22 15-16,27-9 16,-4 8-16,-1 6 15,1 10-15,-23-15 0,18 20 16,-2 4-16,-16-24 15,13 31-15,-3 4 16,-3 5-16,-4-5 16,-3-35-16,3 33 15,-3-33-15,4 30 16,-4-30-16,3 26 16,-3-26-16,4 19 15,-4-19-15,4 12 0,-3-10 16,-2-13-16,3-6 15,3-5-15,-1-4 16,1-1-16,4-2 16,1-2-16,-2 0 15,1-2-15,2 0 16,-1 4-16,0 3 16,3 2-16,-4 2 15,-9 22-15,12-18 16,-12 18-16,12-14 15,-12 14-15,14-10 16,-14 10-16,17-3 0,0 11 16,1 11-16,-18-19 15,14 19-15,-1 9 16,-3 6-16,-4-1 16,6 0-16,-6-1 15,1 3-15,-4-2 16,2-3-16,2 2 15,3-2-15,-10-5 16,2 3-16,-2-28 16,0 27-16,-2-6 0,-2 3 15,4-24-15,-5 23 16,5-23-16,-7 16 16,7-16-16,-5 11 15,2-5-15,3-15 16,2-8-16</inkml:trace>
  <inkml:trace contextRef="#ctx0" brushRef="#br0" timeOffset="37540.85">22922 8169 0,'0'0'0,"0"0"0,0 0 0,2 1 15,0 9-15,-1 6 16,2 8-16,-1 3 0,-7 4 16,1-3-16,-4 4 15,1-3 1,1 4-16,0 0 0,5 1 15,3 0-15,-3 0 16,2-2-16,-2-2 16,-1-1-16,2 0 15,0-3-15,0-26 16,0 23-16,0-23 16,2 22-16,-2-22 15,1 21-15,-1-21 0,-1 16 16,1-16-16,-3 13 15,3-13-15,-3 10 16,2-4-16</inkml:trace>
  <inkml:trace contextRef="#ctx0" brushRef="#br0" timeOffset="37931.49">23387 8551 0,'0'0'0,"0"0"0,0 0 0,6 2 15,-6-2-15,7 5 16,4 0-16,-11-5 0,19 4 16,6-4-16,7-4 15,6 0-15,1-4 16,0 2-16,0-4 16,-3 4-16,-3-2 15,-33 8-15,28-1 16,-3-1-16,-25 2 15,22-3-15,-22 3 16,14 0-16,-14 0 16,9 4-16,-7-1 0,-2-3 15,-3 10-15,3-10 16</inkml:trace>
  <inkml:trace contextRef="#ctx0" brushRef="#br0" timeOffset="38306.45">23456 8801 0,'0'0'0,"8"-1"0,6-1 0,-14 2 0,21-4 16,6-1-1,13 0-15,2-2 0,-2 2 16,-3-1-16,4 0 15,-3 3-15,0 0 16,-1-1-16,-3-1 16,-4 2-16,-30 3 15,25 1-15,-25-1 16,18 2-16</inkml:trace>
  <inkml:trace contextRef="#ctx0" brushRef="#br0" timeOffset="52902.32">24843 8164 0,'0'0'0,"0"0"0,0 0 0,1-3 0,-1 3 16,1-8-16,-1 8 16,1-13-16,-1 13 15,-1-16-15,1 16 16,0-16-16,0 16 16,5-16-16,-5 16 15,10-8-15,-10 8 0,10-2 16,1 5-1,-11-3-15,15 14 0,-2 5 16,3 8-16,0 6 16,-4 3-16,4 0 15,-6 2-15,-2 1 16,-1 0-16,-6-2 16,-2 5-16,0-5 15,-3-1-15,-2-1 16,1-2-16,1-2 15,4-31-15,-3 29 0,-2-1 16,5-28-16,-8 28 16,8-28-16,-6 23 15,6-23-15,-6 20 16,6-20-16,-4 16 16,4-16-16,-2 13 15,2-13-15,-1 5 16,1-5-16,0 1 15,0-1-15,1-1 16,-5-2-16,4 3 16</inkml:trace>
  <inkml:trace contextRef="#ctx0" brushRef="#br0" timeOffset="56464.83">25526 8115 0,'0'0'0,"0"0"0,10 0 0,16-4 16,6 1-16,7 2 15,2 1-15,1 1 16,-2 1-16,4 3 0,-7-1 16,-37-4-16,35 3 15,-35-3-15,27 4 16,-27-4-16,15 7 16,-15 1-16,-13 1 15,-12-3-15</inkml:trace>
  <inkml:trace contextRef="#ctx0" brushRef="#br0" timeOffset="56996.08">25463 8150 0,'0'0'0,"0"0"0,0 0 0,0 0 0,1 5 0,-1-5 16,3 12-16,0 5 16,-1 6-16,-2-23 15,2 29-15,0 0 16,-2-29-16,0 33 16,0-4-16,0-29 0,5 26 15,-5-26-15,8 19 16,-1-5-16,-7-14 15,13 6-15,4-6 16,7-2-16,0-3 16,4 0-16,0 3 15,1 1-15,0 0 16,-1 7-16,1-2 16,-2 7-16,-2 3 15,-3 3-15,-5 2 0,-4 5 16,-6 1-1,-6-1-15,-5 0 0,-5-3 16,-4 2-16,-8-3 16,-5-4-16,26-16 15,-26 14-15,-2-2 16,-6 0-16,34-12 16,-30 9-16,1-3 15,29-6-15,-30 4 16,11-2-16,6-9 15</inkml:trace>
  <inkml:trace contextRef="#ctx0" brushRef="#br0" timeOffset="58230.83">26215 8097 0,'0'0'0,"0"0"16,4 7-16,6 3 0,-10-10 15,8 16-15,0 5 16,-2 13-16,-5 0 15,-1 4-15,-3 1 16,0-4-16,-2-2 16,0-1-16,0 0 0,3-5 15,-1 0-15,2-3 16,-1-1-16,6-2 16,1-1-16,-5-20 15,5 19-15,-5-19 16,4 17-16,-4-17 15,3 15-15,-3-15 16,2 15-16,-2-15 16,0 10-16,0-10 15,2 5-15,-2-5 0,2 5 16,-2-5-16,3 2 16,-3-2-16,4 0 15,-4 0-15,3 2 16,-3-2-16,1 0 15,-1 0-15,1 0 16,-1 0-16,1 0 16,-1 0-16,0 0 15,0 0-15,1-2 16,-1 2-16,1 5 0,-1-5 16,1 7-16,-1-7 15,1 3-15,-1-3 16,1 3-16,-1-3 15,0 3-15,0-3 16,0 0-16,0 0 16,-1 1-16,1-1 15,0 0-15,0 0 16,-1 1-16,1-1 16,0 0-16,0 0 15,0 0-15,0 0 0,0 0 16,0 0-16,0 0 15,0 0-15,0-1 16,0 1-16,0 0 16,0 0-16,0 0 15,0 0-15,0 0 16,0 0-16,0 0 16,0 0-16,0 0 15,0 0-15,0 1 16,0-1-16,-1-2 0,1 2 15,-4-4 1,4 4-16,-3-4 0,3 4 16,-2-4-16,2 4 15,-2-2-15,2 2 16,-1-2-16,1 2 16,1 0-16,-1 0 15,2 0-15,-2 0 16,0 0-16,0 0 15,-2 0-15,2 0 16,-1 0-16,1 0 0,0 0 16,0 0-16,-1 2 15,1-2-15,0 3 16,0-3-16,1 5 16,-1-5-16,3 3 15,-3-3-15,0 3 16,0-3-16,1 2 15,-1-2-15,0 0 16,0 0-16,0 0 0,0 0 16,0 0-16,0 0 15,0 0-15,0 0 16,0 0-16,0 0 16,0 0-16,0 0 15,0 0-15,0 0 16,-4 4-16</inkml:trace>
  <inkml:trace contextRef="#ctx0" brushRef="#br0" timeOffset="76997.48">26874 8132 0,'0'0'0,"0"0"0,0 0 0,2 0 15,-2 0-15,3 1 16,-3-1 0,4 6-16,-1 3 0,-2 4 15,-3 5-15,1 3 0,-1 2 16,0 4-1,2 2-15,2-1 16,-2 5-16,-3 3 0,1-4 16,2 3-16,0-2 15,5 0-15,-5-33 16,3 30-16,0-2 16,-3-28-16,3 25 15,-3-25-15,0 20 16,0-20-16</inkml:trace>
  <inkml:trace contextRef="#ctx0" brushRef="#br0" timeOffset="77341.25">27259 8205 0,'0'0'0,"0"0"16,6 6-16,1 11 0,4 8 15,-1 5-15,-7 2 16,0 1-16,-4-2 15,-5 3-15,-2 0 16,5 2-16,-1-1 16,1-4-16,2-5 15,1-26-15,-3 25 16,7-2-16,1-3 0,5-13 16</inkml:trace>
  <inkml:trace contextRef="#ctx0" brushRef="#br0" timeOffset="77731.88">27670 8081 0,'0'0'0,"0"0"0,-6 5 0,-2 9 15,2 3-15,6-17 16,-9 19-16,-3 8 16,12-27-16,-7 26 15,7-1-15,11 3 16,5-3-16,3-6 16,5 3-16,3-3 15,0-3-15,2 4 0,1-1 16,-5 1-16,-2-1 15,-23-19 1,21 22-16,-6-1 0,-13 4 16,-8-7-16,-6 0 15,-11-1-15,-8-9 16,-6 0-16,-6-1 16,-4-4-16,1-8 15,1-4-15</inkml:trace>
  <inkml:trace contextRef="#ctx0" brushRef="#br0" timeOffset="77903.75">27715 8043 0,'0'0'0,"9"-7"0,19-2 0,16 3 16,12 2-16,16 2 15,6 10-15,4 5 16,8 8-16</inkml:trace>
  <inkml:trace contextRef="#ctx0" brushRef="#br0" timeOffset="120832.54">20225 10053 0,'0'0'0,"0"0"0,-3-6 0,3 6 0,-10-11 16,-3-3-16,-5 4 16,-7 0-16,-3 4 15,-4 9-15,-1 5 16,-1 0-16,0 5 16,-4 6-16,0 5 0,0 1 15,1 7-15,2 4 16,5 8-16,2-1 15,5 8-15,5 0 16,6 1-16,2 0 16,3 0-16,6 0 15,-1 0-15,7-2 16,3-10-16,8-2 16,1-7-16,9-6 15,6-7-15,10-7 16,-3-8-16,5-6 0,4-8 15,2-11-15,2-7 16,7 0-16,-2-6 16,-3-7-16,-5 6 15,-1-2-15,-9-1 16,-9 2-16,-2 5 16,-28 32-16,19-29 15,-7 4-15,-12 25 16,0-25-16,-7 7 15,-11 7-15,-3 10 16,-4 10-16,-3 7 0,1 6 16,1 6-16,-3 7 15,6 2-15,1 3 16,6-1-16,6-5 16,10-34-16,-1 29 15,4-1-15,7-7 16,6-8-16,1-8 15,4-6-15,-4-11 16,7-10-16,-1-4 16,1-1-16,0-7 15,-4 2-15,-20 32 0,18-32 16,-1 1-16,-17 31 16,16-27-16,-16 27 15,12-18-15,-12 18 16,10-11-16,-3 10 15,-5 12-15,1 11 16,-2 2-16,2 3 16,2-2-16,-5-25 0,7 25 15,3-3-15,5-2 16,-15-20-16,17 17 16,6-8-16,4-12 15,-3-10-15,4-4 16,0-7-16,-6-2 15,5-7-15,-1-3 16,0-3-16,2 6 16,-28 33-16,25-34 15,-25 34-15,21-27 16,-21 27-16,15-22 0,-7 9 16,-8 13-16,-6-6 15,-5 10-15,11-4 16,-15 13-16,7 6 15,8 3-15,10 2 16,4 0-16,11-3 16,1 1-16,0-1 15,-2 4-15,-24-25 16,23 26-16,-10-1 16,-9 4-16,-11-3 0,-4-5 15,11-21-15,-24 18 16,-4-1-16,28-17 15,-32 11-15,32-11 16,-28 7-16,28-7 16,-25 4-16,5-6 15,20 2-15,-6-9 16,9-1-16,10-1 16,5-1-16,5 0 15,1-4-15,10 1 16,2-7-16,9 2 0,-2-4 15,5 4-15,-2-3 16,1-3-16,-6 2 16,1-2-16,-10 1 15,-32 25-15,28-24 16,-28 24-16,19-22 16,-19 22-16,10-24 15,-11 5-15,-11 2 16,-8 12-16,-3 9 0,0 6 15,-5 6-15,6 5 16,0 0-16,3 3 16,5 3-16,3 0 15,11-27-15,-6 30 16,4 1-16,5 1 16,6-3-16,5-4 15,4-7-15,4-3 16,4-5-16,4-2 15,-3-2-15,-27-6 16,29 6-16,-29-6 0,26 5 16,-26-5-16,25 3 15,-25-3-15,17 3 16,1-3-16</inkml:trace>
  <inkml:trace contextRef="#ctx0" brushRef="#br0" timeOffset="121332.54">21765 10340 0,'0'0'0,"0"0"16,-2 0-16,2 0 0,-7-6 15,7 6-15,-5-5 16,5 5-16,-5-8 16,3-4-16,7 1 15,6 3-15,6 1 16,2 5-16,8 4 0,-27-2 16,26 5-16,0 6 15,4 4-15,-6 6 16,-12 4-16,-3 1 15,-4 4-15,-3 3 16,-9-3-16,-3 4 16,-7-1-16,-3 1 15,-3-2-15,23-32 16,-20 32-16,20-32 16,-19 30-16,19-30 0,-11 26 15,5-5-15,10-7 16,-4-14-16,12 6 15,7-8-15,-19 2 16,34-3-16,0-6 16,6-1-16,-4-2 15,-1 0-15,-2-1 16</inkml:trace>
  <inkml:trace contextRef="#ctx0" brushRef="#br0" timeOffset="121520.04">22495 10298 0,'0'0'0,"0"0"0,1 0 0,-1 0 15,-2 5-15,-2 0 0,4-5 16,-1 15-16,1-15 16</inkml:trace>
  <inkml:trace contextRef="#ctx0" brushRef="#br0" timeOffset="121738.79">22484 10648 0,'0'0'0,"0"0"0,0 0 0,0 0 16,0 0-16,-1 1 15,1-1-15,1 4 16,-1-4-16</inkml:trace>
  <inkml:trace contextRef="#ctx0" brushRef="#br0" timeOffset="125037.04">23341 10037 0,'0'0'0,"0"0"0,-1 8 0,2 7 15,-5 5-15,4 7 16,-4 3-16,2 2 16,-2 8-16,4 0 0,-6-3 15,2 3 1,-4 3-16,1-4 0,2 2 15,3-1-15,-1-8 16,-5 0-16,3-3 16,1-3-16,4-26 15,-6 24-15,6-24 16,-4 16-16,4-16 16,-2 9-16,2-11 15,-1-11-15,1-7 16,7-8-16,2-3 0,-1-6 15,8 4-15,-2-9 16,7 1-16,-2-4 16,8 4-16,2 2 15,3 3-15,-4-1 16,0 6-16,1 1 16,-6 5-16,-23 25 15,19-22-15,-19 22 16,17-17-16,-5 9 15,-12 8-15,7 1 16,-5 11-16,-12 10 0,-5 1 16,-3 9-16,-2 2 15,-5-2-15,-4 1 16,-3-3-16,-3-2 16,-3-3-16,7-4 15,31-21-15,-31 19 16,6-5-16,0-2 15,25-12-15,-23 4 16,23-4-16,-18-4 16,10-5-16,8 9 0,-5-16 31,5 16-31,1-13 0,-1 13 0,10-10 16,5 4-16,-15 6 15,19 1-15,3 4 16,-22-5-16,27 9 15,-1 5-15,1 9 16,-27-23-16,24 20 16,-1 4-16,0 3 0,-2 2 15,-2-1-15,0-4 16,-19-24-16,18 22 16,2-3-16,-1-4 15,1-4-15,2-5 16,1-10-16,-1-4 15,0-7-15,0-4 16,0-1-16,1-1 16,0-3-16,-3 0 15,1-2-15,-3 3 16,-18 23-16,17-27 0,-4 2 16,-13 25-16,9-23 15,-5 3-15,-4 20 16,-4-19-16,4 19 15,-8-9-15,-5 8 16,-6 8-16,-2 6 16,6 6-16,1 0 15,14-19-15,-10 22 16,3 2-16,7-24 16,-6 30-16,2-3 0,7 0 15,-3-27-15,5 27 16,6-10-16,-11-17 15,19 14-15,4-5 16,2-8-16,1-6 16,4-2-16,-1-5 15,-4-4-15,1-2 16,2 0-16,0-4 16,-4-3-16,-2 1 15,-5 2-15,-17 22 0,16-23 16,-16 23-16,12-18 15,-3 0-15,-9 18 16,0-17-16,-5 11 16,5 6-16,-12-1 15,-3 9-15,-1 12 16,-1 2-16,9 0 16,-1 4-16,9-26 15,-2 27-15,3-1 0,-1-26 16,4 29-16,6-7 15,12-5-15,0-8 16,8-6 0,0-3-16,0-7 0,0-6 15,-4-2-15,-1-4 16,-2-1-16,-1-2 16,-1-4-16,-4 0 15,-6-4-15,-11 30 16,11-28-16,-4 0 15,-7 28-15,3-24 0,-3 24 16,2-21-16,-2 21 16,2-15-16,-2 15 15,-2-9-15,-4 10 16,6-1-16,-10 11 16,2 6-16,-2 13 15,2 4-15,4-1 16,2 2-16,-3 1 15,0-2-15,1 3 16,1 6-16,1-1 16,1 2-16,-2-6 15,3 0-15,0-3 0,-4-1 16,4-34-16,-3 29 16,0-1-16,3-28 15,-4 30-15,4-30 16,-3 19-16,3-19 15,0 14-15,0-10 16,1-12-16,1-9 16,-1-6-16</inkml:trace>
  <inkml:trace contextRef="#ctx0" brushRef="#br0" timeOffset="126865.6">24353 10441 0,'0'0'0,"0"0"0,5-8 0,6-6 0,8 3 16,4-1-16,1 2 16,2 2-16,-2 7 15,-4 7-15,-2 3 16,-18-9-16,16 14 0,-8 5 15,-7 5-15,-5-2 16,-5 1-16,-8-2 16,-5-1-16,1-6 15,21-14-15,-25 11 16,25-11-16,-26 9 16,3-4-16,23-5 15,-19-1-15,19 1 16,-19-4-16,19 4 0,-11-5 15,11-3-15,9 1 16,5 3-16,7 0 16,2-5-16,2 3 15,5-2-15,-2-4 16,-1-4-16,-1 5 16,-1-9-16,1 4 15,-3-5-15,-3 3 16,-4-1-16,-3-1 15,-13 20-15,13-19 16,-13 19-16,11-18 0,-11 18 16,9-15-16,-9 15 15,7-10-15,-6 9 16,-1 1-16,1 9 16,-3 9-16,2-18 15,-6 25-15,3 3 16,1 2-16,5-2 15,-3-28-15,2 24 16,8-4-16,5-1 0,-15-19 16,17 9-16,4-2 15,7-11-15,-1-6 16,-2 0-16,3-8 16,-1 3-16,-27 15 15,24-19-15,-3-3 16,-21 22-16,25-25 15,-25 25-15,18-22 16,-18 22-16,14-21 16,-14 21-16,10-14 15,-10 14-15,4-7 0,-6 10 16,-5 11-16,7-14 16,-9 17-16,0 2 15,9-19-15,-8 22 16,8-22-16,-8 19 15,8-19-15,-7 18 16,7-18-16,-5 14 16,5-14-16,-3 7 15,3-11-15,0 4 16,7-12-16,2-9 16,7-6-16,2 2 0,-18 25 15,21-27-15,-1 3 16,1 0-16,-21 24 15,23-13-15,-23 13 16,19-12-16,-19 12 16,13-5-16,2 8 15,-15-3-15,13 14 16,-2-1-16,1 8 16,-12-21-16,19 21 15,-2-2-15,-17-19 0,19 16 16,-2 0-1,-17-16-15,24 10 0,-4-2 16,7-8-16,-2-5 16,1-6-16,-2-3 15,1-3-15,-3-5 16,3 1-16,2-4 16,-2-5-16,0-1 15,-25 31-15,22-27 0,-22 27 16,15-23-16,-8 5 15,-7 18-15,-2-11 16,-12 6-16,-12 10 16,-6 6-16,32-11 15,-29 17-15,3 4 16,26-21-16,-25 23 16,25-23-16,-13 22 15,13-22-15,-6 18 16,6-18-16,-5 14 0,8-5 15,9-8-15,3-4 16,3-4-16,1-5 16,1-5-16,1-1 15,2-3-15,-23 21 16,21-18-16,-1 3 16,-20 15-16,19-9 15,-19 9-15,16-8 16,-8 9-16,-8-1 15,3 12-15,-6 3 16,0 9-16,-6 6 0,2 4 16,2-3-16,-6 6 15,3 0-15,-3 2 16,-4 4-16,2 1 16,0 1-16,1-2 15,7 0-15,-3 0 16,3-8-16,-3 2 15,1-5-15,7-32 16,-11 27-16,-1-4 16,12-23-16,-16 20 0,0-10 15,-1-9-15,17-1 16,-19-8-16,0-6 16,3-10-16,1-4 15,9 0-15,6 1 16,6 3-16,1-2 15,8 0-15,6 2 16,3-1-16,8 5 16,3 4-16,2 2 15,0 4-15,3 6 16,-40 4-16,34 1 0,-34-1 16,26 6-16,-12 2 15</inkml:trace>
  <inkml:trace contextRef="#ctx0" brushRef="#br0" timeOffset="127131.19">24615 10041 0,'0'0'0,"0"0"0,1 3 0,-1-3 16</inkml:trace>
  <inkml:trace contextRef="#ctx0" brushRef="#br0" timeOffset="127740.6">26385 10036 0,'0'0'0,"0"0"0,-4 6 0,-1 7 16,-1 12-16,2 1 0,-2 2 15,0 3-15,-2-4 16,4 0-16,-1 2 16,-1-1-16,3-3 15,3-25-15,-3 24 16,-1 0-16,4-24 16,1 22-16,4-3 15,-5-19-15,14 16 16,5-4-16,11-9 15,1-3-15,4 0 16,-1-3-16,1-3 0,-2 2 16,-2 0-16,-3 2 15,-3 0-15,-25 2 16,22 0-16,-22 0 16,15 0-16,-3-4 15</inkml:trace>
  <inkml:trace contextRef="#ctx0" brushRef="#br0" timeOffset="128006.22">26308 10279 0,'0'0'0,"6"-1"0,7-7 0,6 0 0,5-3 16,9 0-16,4 0 15,5 1-15,-5 0 16,-37 10-16,39-11 16,-2 0-16,-37 11 0,33-13 15,-13-1-15,-10-3 16</inkml:trace>
  <inkml:trace contextRef="#ctx0" brushRef="#br0" timeOffset="128209.32">26237 10028 0,'0'0'0,"5"-6"0,9-2 0,9-1 0,11-5 16,9-3-16,7 5 16,8-1-16,-1-1 15,-2 3-15,-2-3 16</inkml:trace>
  <inkml:trace contextRef="#ctx0" brushRef="#br0" timeOffset="129037.49">27115 9896 0,'0'0'0,"0"6"0,0 11 0,-2 6 16,0 8-16,-2 4 15,2 1-15,-4-1 16,-3 2-16,0-4 0,9-33 16,-5 33-16,-4-1 15,9-32-15,-6 32 16,6-32-16,-8 23 16,8-23-16,-5 18 15,3-11-15,4-9 16,3-9-16,2-6 15,-1-5-15,1-5 16,-2-4-16,6 1 16,0-3-16,1 2 15,1-2-15,4 5 0,0 2 16,-17 26-16,18-22 16,0 0-16,-18 22 15,22-22-15,-5 9 16,-17 13-16,21-7 15,-3 9-15,-2 12 16,-4 4-16,-4 5 16,-4 6-16,2-2 15,-1 1-15,-9 1 16,4-29-16,1 28 0,-1-28 16,-1 26-16,1-26 15,-4 24-15,4-24 16,-3 16-16,1-8 15,0-11-15,3-8 16,2-8-16,3-5 16,0-5-16,8-3 15,-1 5-15,4-4 16,-1 3-16,5 4 16,-4 6-16,4 1 0,-21 17 15,21-9-15,-2 2 16,-19 7-16,21-2 15,-3 6-15,0 15 16,-1 1-16,-5 2 16,2 9-16,0 0 15,-6 1-15,1 2 16,-3 2-16,2 3 16,-5-1-16,0-5 15,-4 1-15,2-6 0,-1-28 16,-1 25-1,1-25-15,0 23 0,7-9 16</inkml:trace>
  <inkml:trace contextRef="#ctx0" brushRef="#br0" timeOffset="129428.07">28012 9797 0,'0'0'0,"0"0"0,0 3 0,2 7 0,4 4 15,-1 7-15,-4 2 16,1 6-16,-2 0 15,-5 3-15,5 4 16,-4 2-16,-3-4 16,6 1-16,-8 1 0,3 2 15,2-4-15,0 1 16,-2-3-16,4-2 16,0-5-16,2-25 15,-2 26-15,2-26 16,-2 21-16,2-21 15,-1 22-15,1-22 16,1 17-16,-1-6 16,2-13-16,6-6 15</inkml:trace>
  <inkml:trace contextRef="#ctx0" brushRef="#br0" timeOffset="130068.73">28738 10265 0,'0'0'0,"0"0"0,0 0 0,-2 3 16,-1 0-16,3-3 16,4 3-16,2-6 15,9-4-15,0-10 16,3-2-16,6 0 0,4-3 16,-2 0-16,5-6 15,5 1-15,-10 2 16,-26 25-16,23-24 15,-23 24-15,17-24 16,-17 24-16,8-20 16,-8 20-16,0-14 15,-8 4-15,8 10 16,-21-2-16,21 2 16,-23 3-16,1 6 15,2 4-15,20-13 16,-6 16-16,7 4 0,13 4 15,5 3-15,7-2 16,4 2-16,0-3 16,-1-2-16,4-2 15,-7 1-15,-26-21 16,30 16-16,-30-16 16,25 15-16,-14 0 15,-13-1-15,-11-4 16,-13-4-16,-2 1 15,-7-1-15,1-1 0,34-5 16,-31 5-16,5 0 16,26-5-16,-17-5 15</inkml:trace>
  <inkml:trace contextRef="#ctx0" brushRef="#br0" timeOffset="131662.49">29527 10083 0,'0'0'0,"0"0"0,0-4 0,-4-4 16,-8 1-16,-2-1 16,-5 4-16,-9 2 15,7 7-15,-10 7 16,1 3-16,4 3 15,26-18-15,-28 22 16,4 3-16,24-25 16,-13 29-16,7-1 0,9-3 15,-3-25-15,12 20 16,8-8-16,3-9 16,3-5-16,2-6 15,1 0-15,-5-4 16,-24 12-16,23-16 15,-7-2-15,-16 18 16,16-18-16,-16 18 16,15-17-16,-5 6 0,-10 11 15,10-2-15,-3 8 16,-7-6-16,1 18 16,-1 2-16,3 2 15,-3-22-15,5 22 16,8-4-16,4-9 15,-17-9-15,22 7 16,3-9-16,4-9 16,-3-1-16,-2-4 15,1-5-15,-3-2 16,-1 1-16,-2 3 0,1 2 16,-20 17-16,14-16 15,-14 16-15,15-12 16,-15 12-16,13-7 15,-6 5-15,-1 10 16,-2 6-16,1 5 16,-6 4-16,-1 4 15,2-27-15,-2 27 16,1-2-16,1-25 16,-3 24-16,3-24 15,-3 20-15,3-20 0,-1 13 16,1-13-16,-2 7 15,2-5-15,0-2 16,3-9-16,1-3 16,5-8-16,3 0 15,-12 20-15,14-20 16,-1 2-16,-13 18 16,22-21-16,-22 21 15,21-14-15,-3 2 16,-18 12-16,22-7 0,-6 6 15,-1 9-15,-15-8 16,13 15-16,-4 6 16,-7 4-16,1 2 15,-3-27-15,1 24 16,-1-24-16,-2 22 16,2-22-16,-2 20 15,2-20-15,-1 13 16,-1-6-16,2-7 15,0-3-15,0 3 0,4-9 16,-4 9-16,8-16 16,5-6-16,-13 22 15,20-27-15,1 3 16,-21 24-16,16-25 16,5 6-16,-21 19 15,17-17-15,1 7 16,-18 10-16,20-9 15,-20 9-15,19-5 16,-19 5-16,16-3 0,-16 3 16,13 4-16,-13-4 15,15 9-15,-5 4 16,-10-13-16,7 19 16,-2 0-16,-1 3 15,-4-22-15,0 21 16,0-1-16,0-20 15,0 21-15,0-1 16,0-20-16,7 19 16,-7-19-16,11 14 15,7-7-15,11-7 0,2-3 16,0-7-16,0-4 16,3-1-16,-4-3 15,1 1-15,-1-6 16,3 1-16,-7-3 15,-4 0-15,-22 25 16,21-27-16,-21 27 16,14-26-16,-14 26 0,6-26 15,-6 26-15,0-21 16,-10 10-16,-8 11 16,-3 7-16,0 5 15,1 5-15,5 2 16,15-19-16,-12 20 15,3 0-15,9-20 16,-6 22-16,7 0 16,8 0-16,5-4 15,10-2-15,9-2 16,3-2-16,9 2 0,3-2 16,8 0-16,-2 1 15,-3-2-15,4-1 16,-8-3-16,-47-7 15,42 12-15,-8 1 16,-11 5-16,-19 0 16</inkml:trace>
  <inkml:trace contextRef="#ctx0" brushRef="#br0" timeOffset="132569.13">22857 11404 0,'0'0'0,"0"0"0,0-8 0,0 8 15,2-13-15,-2 13 16,2-15-16,-2 15 16,-3-15-16,-7 2 15,-7 11-15,-3 10 16,-4 4-16,4 9 15,-2 5-15,-5 5 0,5 4 16,0 6-16,2 4 16,1 3-16,7 5 15,1 0-15,0-2 16,4 2-16,-4-2 16,6-3-16,0 2 15,1-6-15,-4-3 16,-1-7-16,9-34 15,-12 29-15,12-29 0,-9 27 16,-5-6 0,2-14-16,-3-9 0,-2-17 15</inkml:trace>
  <inkml:trace contextRef="#ctx0" brushRef="#br0" timeOffset="133834.76">22269 11850 0,'0'0'0,"0"0"0,3-4 0,5-6 15,14-4-15,-1-2 0,15-3 16,4-4-16,5 2 16,1-5-16,7 2 15,-2 2-15,-2-1 16,-4 3-16,-5 2 15,-4 1-15,-7 8 16,-29 9-16,27-6 16,0 4-16,-9 13 15,-3 3-15,-4 5 16,-2 3-16,4 8 16,-5-3-16,3 2 0,-2-1 15,-9-28-15,11 28 16,-1-5-16,6-5 15,4-8-15,-1-6 16,-19-4-16,26-4 16,0-6-16,1-6 15,-2-4-15,1-1 16,-11 0-16,-15 21 16,12-26-16,0 2 15,-12 24-15,9-24 0,-9 24 16,8-19-16,0 6 15,-8 13-15,5 0 16,-7 8-16,1 10 16,-3 4-16,2 3 15,-4 4-15,1 0 16,5-29-16,-4 26 16,4-26-16,-6 26 15,6-26-15,-6 23 16,6-23-16,-9 15 0,5-7 15,4-8-15,-3-8 16,2-8-16,6-15 16,1 0-1,9-5-15,4 6 0,3 1 16,4 5-16,2 4 16,-28 20-16,28-16 15,0 8-15,-28 8 16,29-3-16,-4 10 15,-3 10-15,-6 8 0,-6 5 16,-2 1-16,-2-1 16,2-5-16,-8-25 15,9 24-15,2-5 16,5-4-16,4-6 16,0-8-16,5-6 15,2-4-15,-1-6 16,4-4-16,-2-5 15,-3-1-15,2-1 16,-27 26-16,20-25 16,-20 25-16,16-23 0,-7 5 15,-10 4-15,-6 13 16,7 1-16,-13 3 16,-3 10-16,0 10 15,16-23-15,-18 24 16,18-24-16,-12 23 15,12-23-15,-7 20 16,6-6-16,4-13 16,7-9-16,2-7 0,6-3 15,-4-8-15,6-2 16,-4-3-16,-1-7 16,-4-4-16,4-3 15,-4-3-15,-3 5 16,0 4-16,-8 39 15,6-34-15,-6 34 16,4-24-16,-4 24 16,-4-14-16,1 10 15,-4 21-15,-1 5 16,2 11-16,1 7 16,-3 10-16,5-1 0,0 3 15,-5-3-15,2-3 16,4-4-16,4-6 15,0-6-15,-2-30 16,5 27-16,6-6 16,5-6-16,-16-15 15,17 8-15,3-12 16,-3-18-16</inkml:trace>
  <inkml:trace contextRef="#ctx0" brushRef="#br0" timeOffset="134037.87">23101 11511 0,'0'0'0,"0"0"0,0 0 0,0 0 16,1 3-16,6 1 15</inkml:trace>
  <inkml:trace contextRef="#ctx0" brushRef="#br0" timeOffset="135303.47">24582 11528 0,'0'0'0,"0"0"0,0 0 0,0 1 0,3-4 16,-3 3-16,11-1 15,0 1-15,2 7 16,3 7-16,-4 9 16,-5 1-16,1 5 15,-1-1-15,-2 1 16,-5-29-16,5 29 15,-5-29-15,7 25 16,-7-25-16,4 19 16,-4-19-16,3 10 15,4-11-15,-2-12 16,7-11-16,-2-6 0,1-6 16,3 1-16,-2-3 15,4 7-15,-16 31 16,16-28-16,-16 28 15,18-20-15,-6 13 16,-4 11-16,-8-4 16,5 13-16</inkml:trace>
  <inkml:trace contextRef="#ctx0" brushRef="#br0" timeOffset="136694.14">25042 11510 0,'0'0'0,"-9"1"0,-5 5 16,-4 5-16,-2 4 15,-7 3-15,0 8 16,3-1-16,-1 5 0,25-30 15,-23 36-15,8-6 16,15-30-16,-11 28 16,11-28-16,0 22 15,6-11-15,5-12 16,5-7-16,4-9 16,1-4-16,-2-3 15,3-1-15,1-1 16,-4-2-16,1 1 0,-20 27 15,20-20-15,-20 20 16,19-12-16,-2 5 16,2 12-16,-19-5 15,18 15 1,2 8-16,-20-23 0,17 27 16,1-1-16,-18-26 15,18 23-15,1-8 16,0-8-16,-1-8 15,-18 1-15,20-5 0,-5-10 16,2-8-16,-1-6 16,1-8-16,-7-5 15,5-2-15,-5 0 16,-4 2-16,-3-1 16,0 6-16,-3 37 15,-3-33-15,-3 3 16,6 30-16,-12-25 15,-2 9-15,-3 7 16,17 9-16,-20 3 16,-1 12-16,0 15 0,2 5 15,5 3-15,3 2 16,3 3-16,2-1 16,2 0-16,4-1 15,3-5-15,-3-36 16,2 33-16,-2-33 15,7 28-15,-7-28 16,10 23-16,5-9 16,-15-14-16,20 4 15,-1-9-15,3-12 0,1-1 16,-23 18-16,21-22 16,-21 22-1,18-23-15,-18 23 0,18-22 16,-18 22-16,15-14 15,-15 14-15,17-7 16,-6 7-16,-11 0 16,13 10-16,0 7 15,-13-17-15,15 22 16,3-3-16,-18-19 0,19 18 16,-19-18-16,25 8 15,1-7-15,3-6 16,-29 5-16,27-12 15,-4-5-15,-23 17 16,22-21-16,-1-2 16,-21 23-16,15-25 15,-15 25-15,12-19 16,-12 19-16,9-12 16,-6 9-16,-3 3 0,7 8 15,0 5-15,-7-13 16,7 18-16,5 2 15,7-3-15,2-2 16,-1-5-16,3-1 16,1-6-16,-24-3 15,26-1-15,0-4 16,0-6-16,0-3 16,-2-5-16,-24 19 15,22-18-15,-3-4 16,-19 22-16,15-25 0,-15 25 15,9-20-15,-9 20 16,1-19-16,-4 8 16,3 11-16,-9-2 15,-3 10-15,1 9 16,-1 2-16,3 5 16,5-1-16,4-1 15,0-22-15,1 24 16,7 0-16,-8-24 15,12 26-15,2-2 0,11-7 16,5-4-16,0-4 16,1-8-16,3-2 15,-4-4-15,1-10 16</inkml:trace>
  <inkml:trace contextRef="#ctx0" brushRef="#br0" timeOffset="137303.47">26437 11478 0,'0'0'16,"0"0"-16,0 0 0,5-3 0,-5 3 15,6-3-15,-6 3 16,13-3-16,-13 3 15,14 4-15,2 4 16,-7 9-16,-3 2 16,-4 4-16,2 0 15,-4 3-15,1-2 16,0-1-16,-6 0 0,5-23 16,-4 23-16,4-23 15,-6 19-15,6-19 16,-5 20-16,5-20 15,-6 14-15,6-14 16,0 1-16,0-9 16,2-10-16,4-7 15,2-3-15,1-1 16,1 2-16,5 2 16,-1 2-16,6 0 15,-3 4-15,-17 19 0,20-18 16,2 3-16,-22 15 15,26-13-15,-1 4 16,-25 9-16,27 0 16,-3 6-16,-2 8 15,-9 5-15,0 2 16,-6 0-16,-1 2 16,-7-3-16,3 1 15,1 2-15,-3-23 0,1 23 16,-1-1-16,0-22 15,0 27-15,0-27 16,0 23-16,0-23 16,0 18-16,3-4 15,3-11-15</inkml:trace>
  <inkml:trace contextRef="#ctx0" brushRef="#br0" timeOffset="25537.38">22032 13308 0,'0'0'0,"0"0"0,0 0 0,2 6 0,-2-6 15,6 5-15,-1 8 0,-3 5 16,-2 1-16,2 3 16,-5 3-16,0-1 15,3 2-15,-3 1 16,0-1-16,-4-1 15,4 2-15,3-27 16,-8 24-16,8-24 16,-6 23-16,6-23 0,-4 20 15,4-20-15,-9 17 16,9-17-16,-7 10 16,2-6-16,5-4 15,-3-10-15,2-3 16,1-8-16,3-4 15,-1-2-15,3 2 16,4 0-16,-9 25 16,9-23-16,-1 0 0,5-1 15,-13 24-15,19-17 16,-19 17-16,17-18 16,2 5-16,-19 13 15,24-8-15,-24 8 16,23-1-16,2 5 15,-25-4-15,25 12 16,-3 3-16,-4 7 16,-6 5-16,-7 0 15,-2 4-15,-2-1 16,1 2-16,-3-1 0,-5 3 16,2-5-16,4-29 15,-8 31-15,0-2 16,8-29-16,-7 29 15,7-29-15,-2 25 16,8-9-16,8-13 16</inkml:trace>
  <inkml:trace contextRef="#ctx0" brushRef="#br0" timeOffset="25943.62">22592 13550 0,'0'0'0,"0"0"0,5-2 0,-5 2 16,12-1-16,4 0 15,1 0-15,-17 1 16,23 0-16,0-4 16,3 3-16,-26 1 15,22-5-15,1 0 16,-23 5-16,26-7 15,-2 2-15,-24 5 0,26-3 16,-26 3-16,24 0 16,-24 0-16,22 1 15,-22-1-15</inkml:trace>
  <inkml:trace contextRef="#ctx0" brushRef="#br0" timeOffset="26178.01">22721 13832 0,'0'0'0,"2"-9"0,12-2 0,10-4 0,6-3 16,6-2-16,5 7 16,-9-3-16,2 0 15,-2 2-15</inkml:trace>
  <inkml:trace contextRef="#ctx0" brushRef="#br0" timeOffset="26772.17">23556 13246 0,'0'0'0,"0"0"0,0 0 0,0 3 15,2 7-15,-2 9 16,1 4-16,-1 6 16,-4 5-16,0 4 15,-1 0-15,-1 3 16,-1 5-16,3 0 16,0-3-16,0-1 0,4-42 15,-1 36-15,1-8 16,0-28-16,5 21 15,3-14-15</inkml:trace>
  <inkml:trace contextRef="#ctx0" brushRef="#br0" timeOffset="27209.67">23768 13318 0,'0'0'0,"0"0"0,0 0 0,-1 0 15,1 0-15,0-2 16,5-1-16,7-6 16,-12 9-16,19-8 15,4-2-15,4-5 16,4-1-16,0 4 15,-3-1-15,-3 1 0,-25 12 16,23-11-16,-2 8 16,-21 3-16,21-2 15,-6 5-15,-4 7 16,-6 5-16,-6 6 16,-4 4-16,-5 5 15,3 2-15,-2 2 16,-2 5-16,0-1 15,10 1-15,-6-1 16,4-5-16,4-2 16,3-1-16,-4-30 15,5 26-15,-5-26 0</inkml:trace>
  <inkml:trace contextRef="#ctx0" brushRef="#br0" timeOffset="29132.37">24507 13339 0,'0'0'0,"0"0"0,5-5 0,1-4 16,-6 9-16,11-11 15,-11 11-15,10-9 16,-10 9-16,9-5 0,-9 5 16,9 2-16,2 7 15,-11-9-15,8 15 16,1 6-16,-9-21 15,10 29-15,-5 2 16,0 5-16,-5-36 16,3 34-16,-3-34 15,1 27-15,-1-27 16,-1 18-16,1-9 16,0-15-16,0-7 0,1-7 15,0-5-15,2-4 16,0-3-16,7 1 15,-1 0-15,-9 31 16,12-28-16,5 5 16,-17 23-16,19-20 15,3 8-15,2 8 16,2 11-16,-26-7 16,17 13-16,1 6 15,-4 11-15,2-2 16,-16-28-16,12 33 0,-12-33 15,11 27-15,-11-27 16,7 23-16,-7-23 16,7 18-16,-7-18 15,2 11-15,-2-13 16,0 2-16,4-14 16,1-9-16,2-10 15,3 0-15,2 1 16,2 7-16,-14 25 15,14-19-15,5 4 16,-19 15-16,25-5 0,-5 8 16,2 11-16,-6 8 15,-7 6-15,0 4 16,1 2-16,-1-2 16,-6 1-16,-3-33 15,7 28-15,-7-28 16,9 23-16,2-9 15,5-5-15,5-7 16,-21-2-16,18-12 16,-1-6-16,3-13 0,-1-1 15,-1-2-15,-18 34 16,17-29-16,-17 29 16,15-23-16,-15 23 15,11-12-15,0 7 16,-5 15-16,-1 9 15,-5 5-15,2 5 16,3 5-16,3 2 16,-8-36-16,8 35 15,-8-35-15,9 30 0,6-7 16,-15-23-16,16 17 16,3-14-16,-19-3 15,20-9 1,-2-9-16,-1-6 0,-4-5 15,-5-3-15,-8 32 16,5-30-16,0-1 16,-5 31-16,0-29 15,-5 4-15,-4 6 0,9 19 16,-15-10-16,-9 2 16,-3 8-16,3 7 15,24-7-15,-24 7 16,5 4-16,19-11 15,-16 15-15,9 3 16,5 0-16,7-1 16,-5-17-16,14 19 15,4-6-15,8-4 16,0-4-16,3-4 16,-3-5-16,1-6 0,-2-1 15,1-2-15,-4-5 16,1 0-16,-6 1 15,-17 17-15,22-17 16,-22 17-16,19-15 16,0 9-16,-3 9 15,0 7-15,-3 4 16,-7 9-16,-1 2 16,-6-1-16,1 3 15,0-27-15,-4 25 0,4-25 16,0 24-16,0-24 15,0 16-15,2-10 16,2-12-16,8-10 16,-2-8-16,-1-2 15,1-3-15,1-3 16,-11 32-16,14-24 16,2 2-16,1 7 15,-17 15-15,20-6 16,-6 10-16,0 10 15,3 12-15,-6 1 0,2-1 16,-13-26-16,15 24 16,-15-24-16,11 22 15,1-8-15,6-4 16,-4-10-16,1-10 16,0-4-16,-2-4 15,1-5-15,-3-2 16,2-8-16,-3-3 15,-2-3-15,-1-1 16,-1 2-16,-1 5 0,0 1 16,-5 32-16,4-27 15,-4 27-15,3-17 16,-3 17-16,1-12 16,0 11-16,-2 13 15,-1 8-15,-2 5 16,10 10-16,-6 8 15,1 5-15,0 3 16,6 5-16,-2 6 16,0-6-16,-5-56 0,10 51 15,3-11-15,-13-40 16,15 32-16,7-15 16,5-13-16,-2-13 15,-3-11-15,1-7 16,-6-10-16,-8-8 15</inkml:trace>
  <inkml:trace contextRef="#ctx0" brushRef="#br0" timeOffset="30070.3">26095 13196 0,'0'0'0,"8"-3"0,6-3 15,8-1-15,4-7 16,1 1-16,4-2 0,0 0 16,2-1-16,-6-3 15,7 3-15,-7-1 16,-5 0-16,4-6 15,-6 1-15,-1 0 16,-2 0-16,-17 22 16,14-21-16,-7-1 15,-7 22-15,6-22 16,-6 8-16,0 14 0,-7-8 16,-4 7-16,-8 15 15,1 7-15,2 7 16,-4 4-16,3 5 15,5 8-15,-3 1 16,2 10-16,4 4 16,-1 6-16,0 1 15,4-4-15,-6-5 16,5-5-16,1-11 16,6-8-16,0-34 15,1 28-15,-1-28 0,1 18 16,-1-18-16,0 8 15,2-8-15,-2 0 16,-2-12-16,0-8 16,4-6-16,-2 26 15,7-28-15,-7 28 16,12-25-16,-12 25 16,13-22-16,-13 22 15,14-13-15,-14 13 16,16-7-16,-2 13 15,-14-6-15,17 16 0,-17-16 16,13 17-16,0-4 16,-13-13-16,15 7 15,4-10-15,-4-10 16,4-5-16,-6-5 16,-1-1-16,1-2 15,-3-3-15,-2 0 16,-8 29-16,9-27 15,-9 27-15,5-25 16,-5 25-16,1-21 0,-1 21 16,1-14-16,1 14 15,3 9-15,-5-9 16,3 14-16,-3 8 16,-1 1-16,1 4 15,-2-1-15,-7-2 16,4-2-16,5-22 15,-7 21-15,-4 0 16,-9 0-16,1-2 0,-3-2 16,22-17-1,-25 11-15,1-4 0,-3-8 16,6-9-16</inkml:trace>
  <inkml:trace contextRef="#ctx0" brushRef="#br0" timeOffset="30257.8">26512 13282 0,'0'0'0,"0"0"16,0 0-16,0-2 0,0 2 15,-2-1-15</inkml:trace>
  <inkml:trace contextRef="#ctx0" brushRef="#br0" timeOffset="38384.1">33370 7848 0,'0'0'0,"0"0"0,0 0 16,0 0-16,0 0 15,0 0-15</inkml:trace>
  <inkml:trace contextRef="#ctx0" brushRef="#br0" timeOffset="42774.74">775 13655 0,'0'0'0,"0"0"0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5CA756-8901-4A3C-ADDD-37B1D5D0A394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02E20B-65E7-49E5-A2E5-E06689D766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7905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02E20B-65E7-49E5-A2E5-E06689D76682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75835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02E20B-65E7-49E5-A2E5-E06689D76682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30115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D34DEC36-967C-467A-83AE-94C16F6D6F12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EC0015DB-17CC-4900-8B54-76F6BA1674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27075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DEC36-967C-467A-83AE-94C16F6D6F12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015DB-17CC-4900-8B54-76F6BA1674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5232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DEC36-967C-467A-83AE-94C16F6D6F12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015DB-17CC-4900-8B54-76F6BA1674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2202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DEC36-967C-467A-83AE-94C16F6D6F12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015DB-17CC-4900-8B54-76F6BA1674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2758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DEC36-967C-467A-83AE-94C16F6D6F12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015DB-17CC-4900-8B54-76F6BA1674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5157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DEC36-967C-467A-83AE-94C16F6D6F12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015DB-17CC-4900-8B54-76F6BA1674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6514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DEC36-967C-467A-83AE-94C16F6D6F12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015DB-17CC-4900-8B54-76F6BA1674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985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DEC36-967C-467A-83AE-94C16F6D6F12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015DB-17CC-4900-8B54-76F6BA1674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1923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DEC36-967C-467A-83AE-94C16F6D6F12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015DB-17CC-4900-8B54-76F6BA1674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9237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DEC36-967C-467A-83AE-94C16F6D6F12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015DB-17CC-4900-8B54-76F6BA1674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7938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DEC36-967C-467A-83AE-94C16F6D6F12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015DB-17CC-4900-8B54-76F6BA1674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77529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DEC36-967C-467A-83AE-94C16F6D6F12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015DB-17CC-4900-8B54-76F6BA1674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72463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DEC36-967C-467A-83AE-94C16F6D6F12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015DB-17CC-4900-8B54-76F6BA1674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74974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DEC36-967C-467A-83AE-94C16F6D6F12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015DB-17CC-4900-8B54-76F6BA1674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14039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DEC36-967C-467A-83AE-94C16F6D6F12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015DB-17CC-4900-8B54-76F6BA1674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31027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DEC36-967C-467A-83AE-94C16F6D6F12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015DB-17CC-4900-8B54-76F6BA1674C8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766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DEC36-967C-467A-83AE-94C16F6D6F12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015DB-17CC-4900-8B54-76F6BA1674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1220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34DEC36-967C-467A-83AE-94C16F6D6F12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C0015DB-17CC-4900-8B54-76F6BA1674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489556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gif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gif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em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emf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85801" y="0"/>
            <a:ext cx="10131425" cy="1289685"/>
          </a:xfrm>
        </p:spPr>
        <p:txBody>
          <a:bodyPr/>
          <a:lstStyle/>
          <a:p>
            <a:r>
              <a:rPr lang="en-IN" dirty="0"/>
              <a:t>A Perfect family…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0091" y="1279526"/>
            <a:ext cx="7928647" cy="5285764"/>
          </a:xfrm>
        </p:spPr>
      </p:pic>
      <p:sp>
        <p:nvSpPr>
          <p:cNvPr id="7" name="TextBox 6"/>
          <p:cNvSpPr txBox="1"/>
          <p:nvPr/>
        </p:nvSpPr>
        <p:spPr>
          <a:xfrm>
            <a:off x="3974123" y="6638195"/>
            <a:ext cx="414117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" i="1" dirty="0"/>
              <a:t>Source:  https://www.homecareassistancedenver.com/wp-content/uploads/2019/05/Importance-of-Family-in-Seniors-life-2.jpg</a:t>
            </a:r>
          </a:p>
        </p:txBody>
      </p:sp>
    </p:spTree>
    <p:extLst>
      <p:ext uri="{BB962C8B-B14F-4D97-AF65-F5344CB8AC3E}">
        <p14:creationId xmlns:p14="http://schemas.microsoft.com/office/powerpoint/2010/main" val="24122844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management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dirty="0"/>
          </a:p>
        </p:txBody>
      </p:sp>
      <p:sp>
        <p:nvSpPr>
          <p:cNvPr id="8" name="Content Placeholder 7"/>
          <p:cNvSpPr>
            <a:spLocks noGrp="1"/>
          </p:cNvSpPr>
          <p:nvPr>
            <p:ph sz="half" idx="4294967295"/>
          </p:nvPr>
        </p:nvSpPr>
        <p:spPr>
          <a:xfrm>
            <a:off x="3401568" y="2142067"/>
            <a:ext cx="8549640" cy="4432469"/>
          </a:xfrm>
        </p:spPr>
        <p:txBody>
          <a:bodyPr>
            <a:noAutofit/>
          </a:bodyPr>
          <a:lstStyle/>
          <a:p>
            <a:pPr algn="just"/>
            <a:endParaRPr lang="en-IN" sz="2200" b="1" dirty="0"/>
          </a:p>
          <a:p>
            <a:pPr algn="just"/>
            <a:endParaRPr lang="en-IN" sz="2200" b="1" dirty="0"/>
          </a:p>
          <a:p>
            <a:pPr algn="just"/>
            <a:r>
              <a:rPr lang="en-IN" sz="2200" b="1" dirty="0"/>
              <a:t>George R. Terry,</a:t>
            </a:r>
            <a:r>
              <a:rPr lang="en-IN" sz="2200" dirty="0"/>
              <a:t> </a:t>
            </a:r>
            <a:r>
              <a:rPr lang="en-IN" sz="2200" i="1" dirty="0"/>
              <a:t>''Management Is a distinct process consisting of planning, organising, actuating and controlling; utilising in each both science and art, and followed in order to accomplish pre-determined objectives."</a:t>
            </a:r>
            <a:br>
              <a:rPr lang="en-IN" sz="2200" dirty="0"/>
            </a:br>
            <a:endParaRPr lang="en-IN" sz="2200" dirty="0"/>
          </a:p>
          <a:p>
            <a:pPr algn="just"/>
            <a:endParaRPr lang="en-US" sz="2200" b="1" dirty="0"/>
          </a:p>
          <a:p>
            <a:pPr algn="just"/>
            <a:r>
              <a:rPr lang="en-IN" sz="2200" b="1" dirty="0"/>
              <a:t>F.W. Taylor,</a:t>
            </a:r>
            <a:r>
              <a:rPr lang="en-IN" sz="2200" dirty="0"/>
              <a:t> </a:t>
            </a:r>
            <a:r>
              <a:rPr lang="en-IN" sz="2200" i="1" dirty="0"/>
              <a:t>"Management is the art of knowing what you want to do and then seeing that you do it in the best and the cheapest may."</a:t>
            </a:r>
            <a:br>
              <a:rPr lang="en-IN" sz="2200" dirty="0"/>
            </a:br>
            <a:endParaRPr lang="en-US" sz="2200" dirty="0"/>
          </a:p>
          <a:p>
            <a:pPr algn="just"/>
            <a:endParaRPr lang="en-IN" sz="2200" dirty="0"/>
          </a:p>
        </p:txBody>
      </p:sp>
      <p:pic>
        <p:nvPicPr>
          <p:cNvPr id="6" name="Content Placeholder 3" descr="http://www.whatishumanresource.com/_/rsrc/1472783158775/management-definitions-by-great-management-scholars/196Terry.jpg"/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1352048" y="2142067"/>
            <a:ext cx="1555744" cy="199102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7016" y="4510363"/>
            <a:ext cx="1498889" cy="1991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857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Management principles</a:t>
            </a:r>
            <a:endParaRPr lang="en-IN" dirty="0"/>
          </a:p>
        </p:txBody>
      </p:sp>
      <p:pic>
        <p:nvPicPr>
          <p:cNvPr id="4" name="Content Placeholder 3" descr="Four Steps of Management Process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063240" y="1764792"/>
            <a:ext cx="5861304" cy="444398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5248656" y="6345936"/>
            <a:ext cx="21854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" i="1" dirty="0"/>
              <a:t>Source : https://iedunote.com/steps-management-process</a:t>
            </a:r>
          </a:p>
          <a:p>
            <a:endParaRPr lang="en-IN" sz="600" dirty="0"/>
          </a:p>
        </p:txBody>
      </p:sp>
    </p:spTree>
    <p:extLst>
      <p:ext uri="{BB962C8B-B14F-4D97-AF65-F5344CB8AC3E}">
        <p14:creationId xmlns:p14="http://schemas.microsoft.com/office/powerpoint/2010/main" val="3601151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5175" y="4829890"/>
            <a:ext cx="2380162" cy="133845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086927" y="2225419"/>
            <a:ext cx="2173549" cy="230244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940" y="170268"/>
            <a:ext cx="1677521" cy="153498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02935" y="4566248"/>
            <a:ext cx="2085923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" i="1" dirty="0"/>
              <a:t>Source: https://www.kindpng.com/picc/m/113-1138696_thinking-clip-art-pictures-free-clipart-images-transparent.png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66943" y="1716211"/>
            <a:ext cx="192024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" i="1" dirty="0"/>
              <a:t>Source: https://media.istockphoto.com/vectors/vector-illustration-of-red-house-icon-vector-id155666671?k=20&amp;m=155666671&amp;s=612x612&amp;w=0&amp;h=sL5gRpVmrGcZBVu5jEjF5Ne7A4ZrBCuh5d6DpRv3mps=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3117" y="6168345"/>
            <a:ext cx="149047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" i="1" dirty="0"/>
              <a:t>Source: https://akm-img-a-in.tosshub.com/indiatoday/images/story/201810/online-3412473_1920.jpeg?meGHIUut1mybIL3pem8eWqk34osmW3Zi&amp;size=770:433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8430" y="504149"/>
            <a:ext cx="1667167" cy="166716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618430" y="2175576"/>
            <a:ext cx="164134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" i="1" dirty="0"/>
              <a:t>Source: https://img.freepik.com/free-vector/seasonal-sale-discounts-presents-purchase-visiting-boutiques-luxury-shopping-price-reduction-promotional-coupons-special-holiday-offers-vector-isolated-concept-metaphor-illustration_335657-2766.jpg?w=2000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9397" y="4910328"/>
            <a:ext cx="2380173" cy="133289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496402" y="6243225"/>
            <a:ext cx="191122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" i="1" dirty="0"/>
              <a:t>Source: https://higherlogicdownload.s3.amazonaws.com/SRAINTERNATIONAL/UploadedImages/167e255a-8759-4a2f-92f6-591d6d8f7afb/Catalyst-pictures/Text-body-images/april2021/Picture_2_Travel.jpeg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15310" y="5169165"/>
            <a:ext cx="2017114" cy="142714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202935" y="6596306"/>
            <a:ext cx="204825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" i="1" dirty="0"/>
              <a:t>Source: https://media.istockphoto.com/vectors/doctor-visits-a-patient-lying-on-hospital-bed-senior-man-resting-in-a-vector-id857511756?k=20&amp;m=857511756&amp;s=612x612&amp;w=0&amp;h=f1R16mnQlloZUKzcr1Rxa5wOqT2alUFhj8piBL_3Cf8=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3841" y="2662742"/>
            <a:ext cx="2393783" cy="134254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392789" y="4019176"/>
            <a:ext cx="189280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" i="1" dirty="0"/>
              <a:t>Source: https://insurance-blog-cms.s3.ap-south-1.amazonaws.com/how_to_transfer_your_insurance_before_selling_the_second_hand_car_bfb6c74748.png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68223" y="609600"/>
            <a:ext cx="2663974" cy="1397127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18573" y="2676612"/>
            <a:ext cx="1979749" cy="148481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457609" y="4161424"/>
            <a:ext cx="139607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" i="1" dirty="0"/>
              <a:t>Source: https://img.etimg.com/thumb/msid-90199531,width-640,resizemode-4,imgsize-22378/important-mutual-fund-information.jpg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68223" y="2040753"/>
            <a:ext cx="214884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" i="1" dirty="0"/>
              <a:t>Source: https://abcscprod.azureedge.net/-/media/Project/ABCL/Internal_Images_526x230/526x230/Pension/Advantages-of-pension-plans_526_230_I_PF_001.ashx?revision=2ca2f02d-88aa-4ae6-9a38-6c81db1eca68&amp;modified=20210225112501</a:t>
            </a:r>
          </a:p>
        </p:txBody>
      </p:sp>
    </p:spTree>
    <p:extLst>
      <p:ext uri="{BB962C8B-B14F-4D97-AF65-F5344CB8AC3E}">
        <p14:creationId xmlns:p14="http://schemas.microsoft.com/office/powerpoint/2010/main" val="10505446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1472" y="1675446"/>
            <a:ext cx="3065528" cy="293235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87323" y="4731214"/>
            <a:ext cx="3265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600" i="1" dirty="0"/>
              <a:t>Source: https://static.vecteezy.com/system/resources/previews/004/238/639/original/investment-icon-with-outline-color-style-isolated-on-white-background-illustration-money-bag-sign-symbol-icon-concept-for-business-finance-industry-company-apps-web-and-all-project-free-vector.jpg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3383" y="1690688"/>
            <a:ext cx="3271193" cy="29171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50731" y="4774015"/>
            <a:ext cx="36682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" i="1" dirty="0"/>
              <a:t>Source: https://previews.123rf.com/images/designofire/designofire1811/designofire181106596/113212518-loan-vector-icon-sign-icon-vector-illustration-for-personal-and-commercial-use-clean-look-trendy-ico.jpg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0959" y="1690688"/>
            <a:ext cx="2734793" cy="29171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16409" y="4784651"/>
            <a:ext cx="3175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" i="1" dirty="0"/>
              <a:t>Source: https://banner2.cleanpng.com/20180903/tvq/kisspng-vehicle-insurance-portable-network-graphics-health-ycelsigorta-5b8d0d00b87fd2.7816230415359705607557.jpg</a:t>
            </a:r>
          </a:p>
          <a:p>
            <a:endParaRPr lang="en-IN" sz="600" i="1" dirty="0"/>
          </a:p>
        </p:txBody>
      </p:sp>
      <p:sp>
        <p:nvSpPr>
          <p:cNvPr id="5" name="TextBox 4"/>
          <p:cNvSpPr txBox="1"/>
          <p:nvPr/>
        </p:nvSpPr>
        <p:spPr>
          <a:xfrm>
            <a:off x="646900" y="714517"/>
            <a:ext cx="31663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latin typeface="+mj-lt"/>
              </a:rPr>
              <a:t>INVESTMENTS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84477" y="714517"/>
            <a:ext cx="16224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latin typeface="+mj-lt"/>
              </a:rPr>
              <a:t>LOANS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16409" y="714517"/>
            <a:ext cx="29357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latin typeface="+mj-lt"/>
              </a:rPr>
              <a:t>INSURANCES</a:t>
            </a:r>
          </a:p>
        </p:txBody>
      </p:sp>
    </p:spTree>
    <p:extLst>
      <p:ext uri="{BB962C8B-B14F-4D97-AF65-F5344CB8AC3E}">
        <p14:creationId xmlns:p14="http://schemas.microsoft.com/office/powerpoint/2010/main" val="3366595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163" y="1562100"/>
            <a:ext cx="3271193" cy="29171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257076" y="4804221"/>
            <a:ext cx="36682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i="1" dirty="0"/>
              <a:t>Source: https://previews.123rf.com/images/designofire/designofire1811/designofire181106596/113212518-loan-vector-icon-sign-icon-vector-illustration-for-personal-and-commercial-use-clean-look-trendy-ico.jpg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84477" y="714517"/>
            <a:ext cx="16224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latin typeface="+mj-lt"/>
              </a:rPr>
              <a:t>LOANS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507777" y="1757233"/>
            <a:ext cx="470195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 loan is borrowed money from banks or NBFCs, repaid with interest over time.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Two main types: Secured (with collateral) and Unsecured (without collateral).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Interest rates vary based on loan type, collateral and borrower profile.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Collateral is an asset pledged by the borrower to the lender</a:t>
            </a:r>
          </a:p>
        </p:txBody>
      </p:sp>
    </p:spTree>
    <p:extLst>
      <p:ext uri="{BB962C8B-B14F-4D97-AF65-F5344CB8AC3E}">
        <p14:creationId xmlns:p14="http://schemas.microsoft.com/office/powerpoint/2010/main" val="11310371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673100" y="520702"/>
          <a:ext cx="11201400" cy="5192831"/>
        </p:xfrm>
        <a:graphic>
          <a:graphicData uri="http://schemas.openxmlformats.org/drawingml/2006/table">
            <a:tbl>
              <a:tblPr/>
              <a:tblGrid>
                <a:gridCol w="260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30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1356">
                <a:tc>
                  <a:txBody>
                    <a:bodyPr/>
                    <a:lstStyle/>
                    <a:p>
                      <a:pPr fontAlgn="t"/>
                      <a:r>
                        <a:rPr lang="en-US" sz="1800" b="1" dirty="0">
                          <a:solidFill>
                            <a:schemeClr val="bg1"/>
                          </a:solidFill>
                          <a:effectLst/>
                        </a:rPr>
                        <a:t>Feature</a:t>
                      </a:r>
                      <a:endParaRPr lang="en-US" sz="18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4759" marR="34759" marT="17379" marB="17379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b="1" dirty="0">
                          <a:solidFill>
                            <a:schemeClr val="bg1"/>
                          </a:solidFill>
                          <a:effectLst/>
                        </a:rPr>
                        <a:t>Secured Loans</a:t>
                      </a:r>
                      <a:endParaRPr lang="en-US" sz="18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4759" marR="34759" marT="17379" marB="17379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b="1">
                          <a:solidFill>
                            <a:schemeClr val="bg1"/>
                          </a:solidFill>
                          <a:effectLst/>
                        </a:rPr>
                        <a:t>Unsecured Loans</a:t>
                      </a:r>
                      <a:endParaRPr lang="en-US" sz="1800" b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4759" marR="34759" marT="17379" marB="17379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905">
                <a:tc>
                  <a:txBody>
                    <a:bodyPr/>
                    <a:lstStyle/>
                    <a:p>
                      <a:pPr fontAlgn="t"/>
                      <a:r>
                        <a:rPr lang="en-US" sz="1800" b="1">
                          <a:solidFill>
                            <a:schemeClr val="bg1"/>
                          </a:solidFill>
                          <a:effectLst/>
                        </a:rPr>
                        <a:t>Borrowing Limits</a:t>
                      </a:r>
                      <a:endParaRPr lang="en-US" sz="1800" b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4759" marR="34759" marT="17379" marB="17379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b="0" dirty="0">
                          <a:solidFill>
                            <a:schemeClr val="bg1"/>
                          </a:solidFill>
                          <a:effectLst/>
                        </a:rPr>
                        <a:t>Higher loan amounts, due to collateral requirement 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(up to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crores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en-US" sz="18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4759" marR="34759" marT="17379" marB="17379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b="0" dirty="0">
                          <a:solidFill>
                            <a:schemeClr val="bg1"/>
                          </a:solidFill>
                          <a:effectLst/>
                        </a:rPr>
                        <a:t>Lower loan amounts as no collateral is required (up to lakhs)</a:t>
                      </a:r>
                    </a:p>
                  </a:txBody>
                  <a:tcPr marL="34759" marR="34759" marT="17379" marB="17379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314">
                <a:tc>
                  <a:txBody>
                    <a:bodyPr/>
                    <a:lstStyle/>
                    <a:p>
                      <a:pPr fontAlgn="t"/>
                      <a:r>
                        <a:rPr lang="en-US" sz="1800" b="1">
                          <a:solidFill>
                            <a:schemeClr val="bg1"/>
                          </a:solidFill>
                          <a:effectLst/>
                        </a:rPr>
                        <a:t>Rate of Interest</a:t>
                      </a:r>
                      <a:endParaRPr lang="en-US" sz="1800" b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4759" marR="34759" marT="17379" marB="17379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b="0" dirty="0">
                          <a:solidFill>
                            <a:schemeClr val="bg1"/>
                          </a:solidFill>
                          <a:effectLst/>
                        </a:rPr>
                        <a:t>Lower interest rates due to collateral</a:t>
                      </a:r>
                    </a:p>
                  </a:txBody>
                  <a:tcPr marL="34759" marR="34759" marT="17379" marB="17379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b="0">
                          <a:solidFill>
                            <a:schemeClr val="bg1"/>
                          </a:solidFill>
                          <a:effectLst/>
                        </a:rPr>
                        <a:t>Higher interest rates to offset bank’s risk</a:t>
                      </a:r>
                    </a:p>
                  </a:txBody>
                  <a:tcPr marL="34759" marR="34759" marT="17379" marB="17379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4801">
                <a:tc>
                  <a:txBody>
                    <a:bodyPr/>
                    <a:lstStyle/>
                    <a:p>
                      <a:pPr fontAlgn="t"/>
                      <a:r>
                        <a:rPr lang="en-US" sz="1800" b="1" dirty="0">
                          <a:solidFill>
                            <a:schemeClr val="bg1"/>
                          </a:solidFill>
                          <a:effectLst/>
                        </a:rPr>
                        <a:t>Bank’s Risk</a:t>
                      </a:r>
                      <a:endParaRPr lang="en-US" sz="18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4759" marR="34759" marT="17379" marB="17379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b="0" dirty="0">
                          <a:solidFill>
                            <a:schemeClr val="bg1"/>
                          </a:solidFill>
                          <a:effectLst/>
                        </a:rPr>
                        <a:t>Lower risk for bank; collateral can be auctioned in case of default</a:t>
                      </a:r>
                    </a:p>
                  </a:txBody>
                  <a:tcPr marL="34759" marR="34759" marT="17379" marB="17379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b="0">
                          <a:solidFill>
                            <a:schemeClr val="bg1"/>
                          </a:solidFill>
                          <a:effectLst/>
                        </a:rPr>
                        <a:t>Higher risk as there's no collateral to fall back on</a:t>
                      </a:r>
                    </a:p>
                  </a:txBody>
                  <a:tcPr marL="34759" marR="34759" marT="17379" marB="17379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8704">
                <a:tc>
                  <a:txBody>
                    <a:bodyPr/>
                    <a:lstStyle/>
                    <a:p>
                      <a:pPr fontAlgn="t"/>
                      <a:r>
                        <a:rPr lang="en-US" sz="1800" b="1">
                          <a:solidFill>
                            <a:schemeClr val="bg1"/>
                          </a:solidFill>
                          <a:effectLst/>
                        </a:rPr>
                        <a:t>Repayment Tenure</a:t>
                      </a:r>
                      <a:endParaRPr lang="en-US" sz="1800" b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4759" marR="34759" marT="17379" marB="17379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b="0" dirty="0">
                          <a:solidFill>
                            <a:schemeClr val="bg1"/>
                          </a:solidFill>
                          <a:effectLst/>
                        </a:rPr>
                        <a:t>Longer tenures (e.g., up to 30 years for home loans)</a:t>
                      </a:r>
                    </a:p>
                  </a:txBody>
                  <a:tcPr marL="34759" marR="34759" marT="17379" marB="17379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b="0" dirty="0">
                          <a:solidFill>
                            <a:schemeClr val="bg1"/>
                          </a:solidFill>
                          <a:effectLst/>
                        </a:rPr>
                        <a:t>Shorter tenures (e.g., up to 60 months for Personal Loans, 84 for Auto Loans)</a:t>
                      </a:r>
                    </a:p>
                  </a:txBody>
                  <a:tcPr marL="34759" marR="34759" marT="17379" marB="17379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7314"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chemeClr val="bg1"/>
                          </a:solidFill>
                        </a:rPr>
                        <a:t>Risk to Borrower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No asset seized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Asset</a:t>
                      </a:r>
                      <a:r>
                        <a:rPr lang="en-US" b="0" baseline="0" dirty="0">
                          <a:solidFill>
                            <a:schemeClr val="bg1"/>
                          </a:solidFill>
                        </a:rPr>
                        <a:t> can be seized</a:t>
                      </a:r>
                      <a:endParaRPr lang="en-US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8905">
                <a:tc>
                  <a:txBody>
                    <a:bodyPr/>
                    <a:lstStyle/>
                    <a:p>
                      <a:pPr fontAlgn="t"/>
                      <a:r>
                        <a:rPr lang="en-US" sz="1800" b="1">
                          <a:solidFill>
                            <a:schemeClr val="bg1"/>
                          </a:solidFill>
                          <a:effectLst/>
                        </a:rPr>
                        <a:t>Approval Process</a:t>
                      </a:r>
                      <a:endParaRPr lang="en-US" sz="1800" b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4759" marR="34759" marT="17379" marB="17379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b="0" dirty="0">
                          <a:solidFill>
                            <a:schemeClr val="bg1"/>
                          </a:solidFill>
                          <a:effectLst/>
                        </a:rPr>
                        <a:t>Takes longer due to collateral verification and documentation</a:t>
                      </a:r>
                    </a:p>
                  </a:txBody>
                  <a:tcPr marL="34759" marR="34759" marT="17379" marB="17379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b="0" dirty="0">
                          <a:solidFill>
                            <a:schemeClr val="bg1"/>
                          </a:solidFill>
                          <a:effectLst/>
                        </a:rPr>
                        <a:t>Faster approval as fewer documents are required</a:t>
                      </a:r>
                    </a:p>
                  </a:txBody>
                  <a:tcPr marL="34759" marR="34759" marT="17379" marB="17379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58905">
                <a:tc>
                  <a:txBody>
                    <a:bodyPr/>
                    <a:lstStyle/>
                    <a:p>
                      <a:pPr fontAlgn="t"/>
                      <a:r>
                        <a:rPr lang="en-US" sz="1800" b="1">
                          <a:solidFill>
                            <a:schemeClr val="bg1"/>
                          </a:solidFill>
                          <a:effectLst/>
                        </a:rPr>
                        <a:t>Loan Amount Flexibility</a:t>
                      </a:r>
                      <a:endParaRPr lang="en-US" sz="1800" b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4759" marR="34759" marT="17379" marB="17379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b="0" dirty="0">
                          <a:solidFill>
                            <a:schemeClr val="bg1"/>
                          </a:solidFill>
                          <a:effectLst/>
                        </a:rPr>
                        <a:t>More flexible with higher amounts based on asset value</a:t>
                      </a:r>
                    </a:p>
                  </a:txBody>
                  <a:tcPr marL="34759" marR="34759" marT="17379" marB="17379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b="0" dirty="0">
                          <a:solidFill>
                            <a:schemeClr val="bg1"/>
                          </a:solidFill>
                          <a:effectLst/>
                        </a:rPr>
                        <a:t>Limited flexibility in loan amount</a:t>
                      </a:r>
                    </a:p>
                  </a:txBody>
                  <a:tcPr marL="34759" marR="34759" marT="17379" marB="17379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58905">
                <a:tc>
                  <a:txBody>
                    <a:bodyPr/>
                    <a:lstStyle/>
                    <a:p>
                      <a:pPr fontAlgn="t"/>
                      <a:r>
                        <a:rPr lang="en-US" sz="1800" b="1">
                          <a:solidFill>
                            <a:schemeClr val="bg1"/>
                          </a:solidFill>
                          <a:effectLst/>
                        </a:rPr>
                        <a:t>Processing Time</a:t>
                      </a:r>
                      <a:endParaRPr lang="en-US" sz="1800" b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4759" marR="34759" marT="17379" marB="17379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b="0">
                          <a:solidFill>
                            <a:schemeClr val="bg1"/>
                          </a:solidFill>
                          <a:effectLst/>
                        </a:rPr>
                        <a:t>Slower due to asset evaluation and paperwork</a:t>
                      </a:r>
                    </a:p>
                  </a:txBody>
                  <a:tcPr marL="34759" marR="34759" marT="17379" marB="17379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b="0" dirty="0">
                          <a:solidFill>
                            <a:schemeClr val="bg1"/>
                          </a:solidFill>
                          <a:effectLst/>
                        </a:rPr>
                        <a:t>Typically, quicker processing</a:t>
                      </a:r>
                    </a:p>
                  </a:txBody>
                  <a:tcPr marL="34759" marR="34759" marT="17379" marB="17379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7321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Contd..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969317" y="2218267"/>
            <a:ext cx="4709054" cy="576262"/>
          </a:xfrm>
        </p:spPr>
        <p:txBody>
          <a:bodyPr/>
          <a:lstStyle/>
          <a:p>
            <a:r>
              <a:rPr lang="en-IN" dirty="0"/>
              <a:t>Secured Loan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5276087" cy="2920998"/>
          </a:xfrm>
        </p:spPr>
        <p:txBody>
          <a:bodyPr/>
          <a:lstStyle/>
          <a:p>
            <a:r>
              <a:rPr lang="en-IN" sz="2000" dirty="0"/>
              <a:t>Needs security (Collateral) </a:t>
            </a:r>
          </a:p>
          <a:p>
            <a:pPr algn="just"/>
            <a:r>
              <a:rPr lang="en-IN" sz="2000" dirty="0"/>
              <a:t>Property / vehicle documents as collateral</a:t>
            </a:r>
          </a:p>
          <a:p>
            <a:r>
              <a:rPr lang="en-IN" sz="2000" dirty="0"/>
              <a:t>Interest rate is low as compared to unsecured loan</a:t>
            </a:r>
          </a:p>
          <a:p>
            <a:endParaRPr lang="en-IN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3"/>
          </p:nvPr>
        </p:nvSpPr>
        <p:spPr>
          <a:xfrm>
            <a:off x="6490995" y="2218267"/>
            <a:ext cx="4722813" cy="576262"/>
          </a:xfrm>
        </p:spPr>
        <p:txBody>
          <a:bodyPr/>
          <a:lstStyle/>
          <a:p>
            <a:r>
              <a:rPr lang="en-IN" dirty="0"/>
              <a:t>Unsecured Loan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4"/>
          </p:nvPr>
        </p:nvSpPr>
        <p:spPr>
          <a:xfrm>
            <a:off x="6225818" y="2870201"/>
            <a:ext cx="5405349" cy="2920998"/>
          </a:xfrm>
        </p:spPr>
        <p:txBody>
          <a:bodyPr>
            <a:normAutofit/>
          </a:bodyPr>
          <a:lstStyle/>
          <a:p>
            <a:pPr algn="just"/>
            <a:r>
              <a:rPr lang="en-IN" sz="2000" dirty="0"/>
              <a:t>Security not needed (no collateral)</a:t>
            </a:r>
          </a:p>
          <a:p>
            <a:pPr algn="just"/>
            <a:r>
              <a:rPr lang="en-IN" sz="2000" dirty="0"/>
              <a:t>No documents required as collateral</a:t>
            </a:r>
          </a:p>
          <a:p>
            <a:pPr algn="just"/>
            <a:r>
              <a:rPr lang="en-IN" sz="2000" dirty="0"/>
              <a:t>Interest rates are high as compared to secured loans</a:t>
            </a:r>
          </a:p>
        </p:txBody>
      </p:sp>
    </p:spTree>
    <p:extLst>
      <p:ext uri="{BB962C8B-B14F-4D97-AF65-F5344CB8AC3E}">
        <p14:creationId xmlns:p14="http://schemas.microsoft.com/office/powerpoint/2010/main" val="39010331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loans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681" y="1730495"/>
            <a:ext cx="4983479" cy="4734305"/>
          </a:xfrm>
        </p:spPr>
      </p:pic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6525983" y="2142067"/>
            <a:ext cx="4995332" cy="4322733"/>
          </a:xfrm>
        </p:spPr>
        <p:txBody>
          <a:bodyPr>
            <a:normAutofit/>
          </a:bodyPr>
          <a:lstStyle/>
          <a:p>
            <a:r>
              <a:rPr lang="en-IN" sz="2000" dirty="0"/>
              <a:t>Home</a:t>
            </a:r>
          </a:p>
          <a:p>
            <a:r>
              <a:rPr lang="en-IN" sz="2000" dirty="0"/>
              <a:t>Automobile</a:t>
            </a:r>
          </a:p>
          <a:p>
            <a:r>
              <a:rPr lang="en-IN" sz="2000" dirty="0"/>
              <a:t>Personal</a:t>
            </a:r>
          </a:p>
          <a:p>
            <a:r>
              <a:rPr lang="en-IN" sz="2000" dirty="0"/>
              <a:t>Student / Education</a:t>
            </a:r>
          </a:p>
          <a:p>
            <a:r>
              <a:rPr lang="en-IN" sz="2000" dirty="0"/>
              <a:t>Mortgages : against a property / jewel</a:t>
            </a:r>
          </a:p>
          <a:p>
            <a:r>
              <a:rPr lang="en-IN" sz="2000" dirty="0"/>
              <a:t>Cash Advances</a:t>
            </a:r>
          </a:p>
          <a:p>
            <a:r>
              <a:rPr lang="en-IN" sz="2000" dirty="0"/>
              <a:t>Credit cards</a:t>
            </a:r>
          </a:p>
          <a:p>
            <a:r>
              <a:rPr lang="en-IN" sz="2000" dirty="0"/>
              <a:t>Payday</a:t>
            </a:r>
          </a:p>
          <a:p>
            <a:r>
              <a:rPr lang="en-IN" sz="2000" dirty="0"/>
              <a:t>Dept Consolidation</a:t>
            </a:r>
          </a:p>
          <a:p>
            <a:r>
              <a:rPr lang="en-IN" sz="2000" dirty="0"/>
              <a:t>Business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" y="6574536"/>
            <a:ext cx="532180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" dirty="0"/>
              <a:t>https://thumbs.dreamstime.com/b/types-loans-credits-leasings-as-financial-funding-outline-diagram-set-leasing-collection-debt-classification-215847218.jpg</a:t>
            </a:r>
          </a:p>
        </p:txBody>
      </p:sp>
    </p:spTree>
    <p:extLst>
      <p:ext uri="{BB962C8B-B14F-4D97-AF65-F5344CB8AC3E}">
        <p14:creationId xmlns:p14="http://schemas.microsoft.com/office/powerpoint/2010/main" val="32666753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Home loan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40002" y="609600"/>
            <a:ext cx="7736885" cy="5921057"/>
          </a:xfrm>
        </p:spPr>
        <p:txBody>
          <a:bodyPr>
            <a:noAutofit/>
          </a:bodyPr>
          <a:lstStyle/>
          <a:p>
            <a:r>
              <a:rPr lang="en-IN" sz="2000" b="1" dirty="0"/>
              <a:t>Purpose</a:t>
            </a:r>
            <a:r>
              <a:rPr lang="en-IN" sz="2000" dirty="0"/>
              <a:t>: To buy or construct a house, sometimes even to renovate.</a:t>
            </a:r>
          </a:p>
          <a:p>
            <a:r>
              <a:rPr lang="en-IN" sz="2000" b="1" dirty="0"/>
              <a:t>Characteristics:</a:t>
            </a:r>
          </a:p>
          <a:p>
            <a:pPr lvl="1"/>
            <a:r>
              <a:rPr lang="en-US" sz="2000" dirty="0"/>
              <a:t>Long tenure (10 to 20 years)</a:t>
            </a:r>
          </a:p>
          <a:p>
            <a:pPr lvl="1" algn="just"/>
            <a:r>
              <a:rPr lang="en-US" sz="2000" dirty="0"/>
              <a:t>Secured loan: </a:t>
            </a:r>
            <a:r>
              <a:rPr lang="en-IN" sz="2000" dirty="0"/>
              <a:t>The house itself is the collateral.[</a:t>
            </a:r>
            <a:r>
              <a:rPr lang="en-US" sz="2000" dirty="0"/>
              <a:t>Property (documents / agreement)]</a:t>
            </a:r>
          </a:p>
          <a:p>
            <a:pPr lvl="1" algn="just"/>
            <a:r>
              <a:rPr lang="en-US" sz="2000" dirty="0"/>
              <a:t>Disbursed as per the demand of the builder / lump sum</a:t>
            </a:r>
          </a:p>
          <a:p>
            <a:pPr lvl="1" algn="just"/>
            <a:r>
              <a:rPr lang="en-US" sz="2000" dirty="0"/>
              <a:t>High-value funding </a:t>
            </a:r>
          </a:p>
          <a:p>
            <a:pPr lvl="1" algn="just"/>
            <a:r>
              <a:rPr lang="en-US" sz="2000" dirty="0"/>
              <a:t>Economical interest rates</a:t>
            </a:r>
          </a:p>
          <a:p>
            <a:pPr lvl="1" algn="just"/>
            <a:r>
              <a:rPr lang="en-US" sz="2000" dirty="0"/>
              <a:t>Repayment through EMIs</a:t>
            </a:r>
          </a:p>
          <a:p>
            <a:pPr lvl="1" algn="just"/>
            <a:r>
              <a:rPr lang="en-US" sz="2000" dirty="0"/>
              <a:t>After repayment the property’s title is transferred back to the borrower</a:t>
            </a:r>
          </a:p>
          <a:p>
            <a:pPr algn="just"/>
            <a:r>
              <a:rPr lang="en-IN" sz="2000" b="1" dirty="0"/>
              <a:t>Benefits: </a:t>
            </a:r>
            <a:r>
              <a:rPr lang="en-IN" sz="2000" dirty="0"/>
              <a:t>Creates an asset, tax benefits on both principal &amp; interest.</a:t>
            </a:r>
            <a:endParaRPr lang="en-US" sz="2000" dirty="0"/>
          </a:p>
          <a:p>
            <a:endParaRPr lang="en-IN" sz="1400" dirty="0"/>
          </a:p>
        </p:txBody>
      </p:sp>
      <p:pic>
        <p:nvPicPr>
          <p:cNvPr id="1026" name="Picture 2" descr="Home Loan - Home Loan Services Service Provider from Ghaziabad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216" y="1940369"/>
            <a:ext cx="3254201" cy="3254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515113" y="5452712"/>
            <a:ext cx="3264408" cy="192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" i="1" dirty="0"/>
              <a:t>Source: https://5.imimg.com/data5/WV/BE/PP/SELLER-22642542/home-loan-services-500x500.jpg</a:t>
            </a:r>
          </a:p>
        </p:txBody>
      </p:sp>
    </p:spTree>
    <p:extLst>
      <p:ext uri="{BB962C8B-B14F-4D97-AF65-F5344CB8AC3E}">
        <p14:creationId xmlns:p14="http://schemas.microsoft.com/office/powerpoint/2010/main" val="42417841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1308102"/>
            <a:ext cx="11214099" cy="5222556"/>
          </a:xfrm>
        </p:spPr>
        <p:txBody>
          <a:bodyPr>
            <a:noAutofit/>
          </a:bodyPr>
          <a:lstStyle/>
          <a:p>
            <a:r>
              <a:rPr lang="en-US" sz="2000" b="1" dirty="0"/>
              <a:t>Eligibility &amp; Loan Amount : d</a:t>
            </a:r>
            <a:r>
              <a:rPr lang="en-US" sz="2000" dirty="0"/>
              <a:t>epends on your income, age, credit score and existing EMIs</a:t>
            </a:r>
            <a:endParaRPr lang="en-US" sz="2000" b="1" dirty="0"/>
          </a:p>
          <a:p>
            <a:r>
              <a:rPr lang="en-US" sz="2000" b="1" dirty="0"/>
              <a:t>Interest Rate Type : </a:t>
            </a:r>
            <a:r>
              <a:rPr lang="en-US" sz="2000" dirty="0"/>
              <a:t>Fixed rate/ Floating rate (repo-linked)</a:t>
            </a:r>
          </a:p>
          <a:p>
            <a:r>
              <a:rPr lang="en-US" sz="2000" b="1" dirty="0"/>
              <a:t>Additional Costs Involved (</a:t>
            </a:r>
            <a:r>
              <a:rPr lang="en-US" sz="2000" dirty="0"/>
              <a:t>Processing &amp; Other Charges):  Apart from stamp duty, registration fees, banks often charge processing fees (0.25%–1%), legal/valuation fees)</a:t>
            </a:r>
          </a:p>
          <a:p>
            <a:r>
              <a:rPr lang="en-US" sz="2000" b="1" dirty="0"/>
              <a:t>Tenure of Loan: </a:t>
            </a:r>
            <a:r>
              <a:rPr lang="en-US" sz="2000" dirty="0"/>
              <a:t>Longer/ Shorter tenure</a:t>
            </a:r>
          </a:p>
          <a:p>
            <a:r>
              <a:rPr lang="en-US" sz="2000" b="1" dirty="0"/>
              <a:t>Down Payment: </a:t>
            </a:r>
            <a:r>
              <a:rPr lang="en-US" sz="2000" dirty="0"/>
              <a:t>Lenders usually finance 70–80% of property value.</a:t>
            </a:r>
          </a:p>
          <a:p>
            <a:r>
              <a:rPr lang="en-US" sz="2000" b="1" dirty="0"/>
              <a:t>Tax Benefits: </a:t>
            </a:r>
            <a:r>
              <a:rPr lang="en-US" sz="2000" dirty="0"/>
              <a:t>(Old Regime only)</a:t>
            </a:r>
          </a:p>
          <a:p>
            <a:r>
              <a:rPr lang="en-US" sz="2000" b="1" dirty="0"/>
              <a:t>Credit Score</a:t>
            </a:r>
            <a:r>
              <a:rPr lang="en-US" sz="2000" dirty="0"/>
              <a:t>: Higher score, lower interest.</a:t>
            </a:r>
          </a:p>
          <a:p>
            <a:r>
              <a:rPr lang="en-US" sz="2000" b="1" dirty="0"/>
              <a:t>Property Check</a:t>
            </a:r>
            <a:r>
              <a:rPr lang="en-US" sz="2000" dirty="0"/>
              <a:t>:  Ensure clear title &amp; bank approval.</a:t>
            </a:r>
          </a:p>
          <a:p>
            <a:r>
              <a:rPr lang="en-US" sz="2000" b="1" dirty="0"/>
              <a:t>Other financial obligations</a:t>
            </a:r>
            <a:endParaRPr lang="en-IN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1280160" y="6583680"/>
            <a:ext cx="3264408" cy="192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" i="1" dirty="0"/>
              <a:t>Source: https://5.imimg.com/data5/WV/BE/PP/SELLER-22642542/home-loan-services-500x500.jpg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5" cy="698500"/>
          </a:xfrm>
        </p:spPr>
        <p:txBody>
          <a:bodyPr>
            <a:normAutofit/>
          </a:bodyPr>
          <a:lstStyle/>
          <a:p>
            <a:r>
              <a:rPr lang="en-US" sz="2800" dirty="0"/>
              <a:t>Key factors before taking a home loan</a:t>
            </a:r>
          </a:p>
        </p:txBody>
      </p:sp>
    </p:spTree>
    <p:extLst>
      <p:ext uri="{BB962C8B-B14F-4D97-AF65-F5344CB8AC3E}">
        <p14:creationId xmlns:p14="http://schemas.microsoft.com/office/powerpoint/2010/main" val="15779851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C2F65-0F7B-A9B6-7E6C-241DC6CDF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5" cy="946826"/>
          </a:xfrm>
        </p:spPr>
        <p:txBody>
          <a:bodyPr>
            <a:normAutofit fontScale="90000"/>
          </a:bodyPr>
          <a:lstStyle/>
          <a:p>
            <a:r>
              <a:rPr lang="en-IN" sz="3100" b="1" dirty="0"/>
              <a:t>Loans (Home, Car, Education, Personal, LAP, Gold/Jewellery)</a:t>
            </a:r>
            <a:br>
              <a:rPr lang="en-IN" sz="3100" dirty="0"/>
            </a:br>
            <a:r>
              <a:rPr lang="en-IN" sz="3100" b="1" dirty="0"/>
              <a:t>How to read any loan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6B510-D2E6-7F2E-01DE-B75053269B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2" y="1556428"/>
            <a:ext cx="3107985" cy="4691972"/>
          </a:xfrm>
        </p:spPr>
        <p:txBody>
          <a:bodyPr>
            <a:normAutofit fontScale="85000" lnSpcReduction="20000"/>
          </a:bodyPr>
          <a:lstStyle/>
          <a:p>
            <a:r>
              <a:rPr lang="en-IN" dirty="0"/>
              <a:t>EMI formula (monthly):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where P=principal, r=monthly interest rate, n=number of months.</a:t>
            </a:r>
          </a:p>
          <a:p>
            <a:r>
              <a:rPr lang="en-IN" dirty="0"/>
              <a:t>Always compare: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IN" dirty="0"/>
              <a:t>effective interest rate,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IN" dirty="0"/>
              <a:t>total interest outgo,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IN" dirty="0"/>
              <a:t>prepayment/foreclosure rules &amp; charges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IN" dirty="0"/>
              <a:t>collateral &amp; LTV (loan to value),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IN" dirty="0"/>
              <a:t>insurance bundling,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IN" dirty="0"/>
              <a:t>reset/linked rates (Repo/MCLR).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606B6E-E573-C613-C60A-17362D73CC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938008" y="1556427"/>
            <a:ext cx="7568190" cy="4837887"/>
          </a:xfrm>
        </p:spPr>
        <p:txBody>
          <a:bodyPr>
            <a:normAutofit fontScale="85000" lnSpcReduction="20000"/>
          </a:bodyPr>
          <a:lstStyle/>
          <a:p>
            <a:r>
              <a:rPr lang="en-IN" sz="1900" b="1" dirty="0"/>
              <a:t>Home Loan (secured by the house)</a:t>
            </a:r>
            <a:endParaRPr lang="en-IN" sz="1900" dirty="0"/>
          </a:p>
          <a:p>
            <a:pPr lvl="0"/>
            <a:r>
              <a:rPr lang="en-IN" sz="1900" b="1" dirty="0"/>
              <a:t>Use case</a:t>
            </a:r>
            <a:r>
              <a:rPr lang="en-IN" sz="1900" dirty="0"/>
              <a:t>: buy/construct/renovate property. Tenure 10–30 yrs. Lowest rates among retail loans.</a:t>
            </a:r>
          </a:p>
          <a:p>
            <a:pPr lvl="0"/>
            <a:r>
              <a:rPr lang="en-IN" sz="1900" b="1" dirty="0"/>
              <a:t>Key ideas</a:t>
            </a:r>
            <a:r>
              <a:rPr lang="en-IN" sz="1900" dirty="0"/>
              <a:t>:</a:t>
            </a:r>
          </a:p>
          <a:p>
            <a:pPr lvl="1"/>
            <a:r>
              <a:rPr lang="en-IN" sz="1900" dirty="0"/>
              <a:t>Early EMIs are mostly </a:t>
            </a:r>
            <a:r>
              <a:rPr lang="en-IN" sz="1900" b="1" dirty="0"/>
              <a:t>interest</a:t>
            </a:r>
            <a:r>
              <a:rPr lang="en-IN" sz="1900" dirty="0"/>
              <a:t>; principal reduces slowly.</a:t>
            </a:r>
          </a:p>
          <a:p>
            <a:pPr lvl="1"/>
            <a:r>
              <a:rPr lang="en-IN" sz="1900" dirty="0"/>
              <a:t>Prepayments (even small, early ones) cut years off the tenure.</a:t>
            </a:r>
          </a:p>
          <a:p>
            <a:pPr lvl="0"/>
            <a:r>
              <a:rPr lang="en-IN" sz="1900" b="1" dirty="0"/>
              <a:t>Worked example</a:t>
            </a:r>
            <a:endParaRPr lang="en-IN" sz="1900" dirty="0"/>
          </a:p>
          <a:p>
            <a:pPr lvl="1"/>
            <a:r>
              <a:rPr lang="en-IN" sz="1900" dirty="0"/>
              <a:t>Amount: ₹50,00,000; Rate: </a:t>
            </a:r>
            <a:r>
              <a:rPr lang="en-IN" sz="1900" b="1" dirty="0"/>
              <a:t>8.5% p.a.</a:t>
            </a:r>
            <a:r>
              <a:rPr lang="en-IN" sz="1900" dirty="0"/>
              <a:t>; Tenure: </a:t>
            </a:r>
            <a:r>
              <a:rPr lang="en-IN" sz="1900" b="1" dirty="0"/>
              <a:t>20 yrs (240 EMIs)</a:t>
            </a:r>
            <a:endParaRPr lang="en-IN" sz="1900" dirty="0"/>
          </a:p>
          <a:p>
            <a:pPr lvl="1"/>
            <a:r>
              <a:rPr lang="en-IN" sz="1900" b="1" dirty="0"/>
              <a:t>EMI ≈ ₹43,391</a:t>
            </a:r>
            <a:r>
              <a:rPr lang="en-IN" sz="1900" dirty="0"/>
              <a:t>; Total paid ≈ ₹1,04,13,879; </a:t>
            </a:r>
            <a:r>
              <a:rPr lang="en-IN" sz="1900" b="1" dirty="0"/>
              <a:t>Interest ≈ ₹54,13,879</a:t>
            </a:r>
            <a:r>
              <a:rPr lang="en-IN" sz="1900" dirty="0"/>
              <a:t>.</a:t>
            </a:r>
          </a:p>
          <a:p>
            <a:pPr lvl="1"/>
            <a:r>
              <a:rPr lang="en-IN" sz="1900" dirty="0"/>
              <a:t>In </a:t>
            </a:r>
            <a:r>
              <a:rPr lang="en-IN" sz="1900" b="1" dirty="0"/>
              <a:t>Year 1</a:t>
            </a:r>
            <a:r>
              <a:rPr lang="en-IN" sz="1900" dirty="0"/>
              <a:t>, ~₹4,21,182 is interest and only ~₹99,511 is principal—normal.</a:t>
            </a:r>
          </a:p>
          <a:p>
            <a:pPr lvl="1"/>
            <a:r>
              <a:rPr lang="en-IN" sz="1900" b="1" dirty="0"/>
              <a:t>Prepayment effect</a:t>
            </a:r>
            <a:r>
              <a:rPr lang="en-IN" sz="1900" dirty="0"/>
              <a:t>: Lump‑sum ₹2,00,000 after 5 years (keep EMI same) → tenure drops by ~</a:t>
            </a:r>
            <a:r>
              <a:rPr lang="en-IN" sz="1900" b="1" dirty="0"/>
              <a:t>15.6 months</a:t>
            </a:r>
            <a:r>
              <a:rPr lang="en-IN" sz="1900" dirty="0"/>
              <a:t> and </a:t>
            </a:r>
            <a:r>
              <a:rPr lang="en-IN" sz="1900" b="1" dirty="0"/>
              <a:t>interest saved ≈ ₹4.76 lakh</a:t>
            </a:r>
            <a:r>
              <a:rPr lang="en-IN" sz="1900" dirty="0"/>
              <a:t>.</a:t>
            </a:r>
          </a:p>
          <a:p>
            <a:pPr lvl="0"/>
            <a:r>
              <a:rPr lang="en-IN" sz="1900" b="1" dirty="0"/>
              <a:t>Tax</a:t>
            </a:r>
            <a:r>
              <a:rPr lang="en-IN" sz="1900" dirty="0"/>
              <a:t>: Typically principal &amp; interest offer deductions under prevailing laws (e.g., Sections 80C/24(b) in India). Rules change—check current limits before filing.</a:t>
            </a:r>
          </a:p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7A21527-AFDE-691C-A665-D65A85B923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922" y="2021032"/>
            <a:ext cx="2359123" cy="662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9485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Automobile loan (Car Loan)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31664" y="1876890"/>
            <a:ext cx="6391332" cy="4706790"/>
          </a:xfrm>
        </p:spPr>
        <p:txBody>
          <a:bodyPr>
            <a:noAutofit/>
          </a:bodyPr>
          <a:lstStyle/>
          <a:p>
            <a:r>
              <a:rPr lang="en-IN" sz="2000" dirty="0"/>
              <a:t>Purpose: To purchase a car (new or used).</a:t>
            </a:r>
          </a:p>
          <a:p>
            <a:r>
              <a:rPr lang="en-IN" sz="2000" dirty="0"/>
              <a:t> Characteristics:</a:t>
            </a:r>
          </a:p>
          <a:p>
            <a:pPr marL="457200" lvl="1" indent="0" algn="just">
              <a:buNone/>
            </a:pPr>
            <a:r>
              <a:rPr lang="en-US" sz="2000" dirty="0"/>
              <a:t>Secured loan</a:t>
            </a:r>
          </a:p>
          <a:p>
            <a:pPr marL="457200" lvl="1" indent="0" algn="just">
              <a:buNone/>
            </a:pPr>
            <a:r>
              <a:rPr lang="en-US" sz="2000" dirty="0"/>
              <a:t>Collateral – Automobile (documents)</a:t>
            </a:r>
          </a:p>
          <a:p>
            <a:pPr marL="457200" lvl="1" indent="0" algn="just">
              <a:buNone/>
            </a:pPr>
            <a:r>
              <a:rPr lang="en-US" sz="2000" dirty="0"/>
              <a:t>Medium-value funding </a:t>
            </a:r>
          </a:p>
          <a:p>
            <a:pPr marL="457200" lvl="1" indent="0" algn="just">
              <a:buNone/>
            </a:pPr>
            <a:r>
              <a:rPr lang="en-US" sz="2000" dirty="0"/>
              <a:t>Economical interest rates (&gt; home loan)</a:t>
            </a:r>
          </a:p>
          <a:p>
            <a:pPr marL="457200" lvl="1" indent="0" algn="just">
              <a:buNone/>
            </a:pPr>
            <a:r>
              <a:rPr lang="en-US" sz="2000" dirty="0"/>
              <a:t>Short tenure (5 to 7 years)</a:t>
            </a:r>
          </a:p>
          <a:p>
            <a:pPr marL="457200" lvl="1" indent="0" algn="just">
              <a:buNone/>
            </a:pPr>
            <a:r>
              <a:rPr lang="en-US" sz="2000" dirty="0"/>
              <a:t>Repayment through EMIs. </a:t>
            </a:r>
          </a:p>
          <a:p>
            <a:pPr marL="457200" lvl="1" indent="0" algn="just">
              <a:buNone/>
            </a:pPr>
            <a:r>
              <a:rPr lang="en-US" sz="2000" dirty="0"/>
              <a:t>After repayment the automobile’s title is transferred back to the borrower.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6583680"/>
            <a:ext cx="3264408" cy="192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" i="1" dirty="0"/>
              <a:t>Source: https://5.imimg.com/data5/WV/BE/PP/SELLER-22642542/home-loan-services-500x500.jpg</a:t>
            </a:r>
          </a:p>
        </p:txBody>
      </p:sp>
      <p:pic>
        <p:nvPicPr>
          <p:cNvPr id="2050" name="Picture 2" descr="Car Loan Options: Used Auto Loans vs. New Car Loa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612" y="2142067"/>
            <a:ext cx="3539181" cy="2974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10318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Student / education loan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46494" y="2011634"/>
            <a:ext cx="3366285" cy="1977931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9278" y="1982847"/>
            <a:ext cx="6984458" cy="4575243"/>
          </a:xfrm>
        </p:spPr>
        <p:txBody>
          <a:bodyPr>
            <a:normAutofit/>
          </a:bodyPr>
          <a:lstStyle/>
          <a:p>
            <a:r>
              <a:rPr lang="en-IN" sz="2600" dirty="0"/>
              <a:t>Purpose: To finance higher studies (domestic or abroad).</a:t>
            </a:r>
          </a:p>
          <a:p>
            <a:r>
              <a:rPr lang="en-IN" sz="2600" dirty="0"/>
              <a:t>Characteristics:</a:t>
            </a:r>
          </a:p>
          <a:p>
            <a:pPr lvl="1"/>
            <a:r>
              <a:rPr lang="en-IN" sz="2400" dirty="0"/>
              <a:t>Covers tuition, living expenses, travel.</a:t>
            </a:r>
          </a:p>
          <a:p>
            <a:pPr lvl="1"/>
            <a:r>
              <a:rPr lang="en-IN" sz="2400" dirty="0"/>
              <a:t>Moratorium period: repayment starts after the course ends + 6–12 months grace.</a:t>
            </a:r>
          </a:p>
          <a:p>
            <a:pPr lvl="1"/>
            <a:r>
              <a:rPr lang="en-IN" sz="2400" dirty="0"/>
              <a:t>Tax benefits on interest.</a:t>
            </a:r>
          </a:p>
          <a:p>
            <a:pPr marL="0" indent="0">
              <a:buNone/>
            </a:pPr>
            <a:r>
              <a:rPr lang="en-IN" sz="2600" dirty="0"/>
              <a:t>Note: Parents often act as co-borrowers.</a:t>
            </a:r>
          </a:p>
          <a:p>
            <a:endParaRPr lang="en-IN" dirty="0"/>
          </a:p>
        </p:txBody>
      </p:sp>
      <p:pic>
        <p:nvPicPr>
          <p:cNvPr id="1026" name="Picture 2" descr="5 Best Banks For Education Loans: The Cheapest Education Loans In Indi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509" y="3989565"/>
            <a:ext cx="3366285" cy="1977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679312" y="6248399"/>
            <a:ext cx="374903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" i="1" dirty="0"/>
              <a:t>Source : https://img.republicworld.com/republic-prod/stories/promolarge/xhdpi/15464311215c2caa9179681.jpeg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494" y="6109900"/>
            <a:ext cx="29785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" i="1" dirty="0"/>
              <a:t>Source: https://buddy4study.s3.ap-southeast-1.amazonaws.com/blog/uploads/2018/06/17062849/747_edu_loan_2jpg_130756.jpg</a:t>
            </a:r>
          </a:p>
        </p:txBody>
      </p:sp>
    </p:spTree>
    <p:extLst>
      <p:ext uri="{BB962C8B-B14F-4D97-AF65-F5344CB8AC3E}">
        <p14:creationId xmlns:p14="http://schemas.microsoft.com/office/powerpoint/2010/main" val="15090547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95A18-0ED7-EBF3-5067-451E21293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687D4-2D89-6C5A-B198-D768830A8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092343"/>
          </a:xfrm>
        </p:spPr>
        <p:txBody>
          <a:bodyPr/>
          <a:lstStyle/>
          <a:p>
            <a:r>
              <a:rPr lang="en-IN" dirty="0"/>
              <a:t>Personal loan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A5C373-C70E-E13A-1AFF-779850D1C9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69278" y="1982847"/>
            <a:ext cx="6984458" cy="4575243"/>
          </a:xfrm>
        </p:spPr>
        <p:txBody>
          <a:bodyPr>
            <a:normAutofit/>
          </a:bodyPr>
          <a:lstStyle/>
          <a:p>
            <a:r>
              <a:rPr lang="en-IN" sz="2400" dirty="0"/>
              <a:t>Purpose: For personal needs (wedding, travel, emergency, etc.).</a:t>
            </a:r>
          </a:p>
          <a:p>
            <a:pPr marL="0" indent="0">
              <a:buNone/>
            </a:pPr>
            <a:endParaRPr lang="en-IN" sz="2400" dirty="0"/>
          </a:p>
          <a:p>
            <a:r>
              <a:rPr lang="en-IN" sz="2400" dirty="0"/>
              <a:t>Characteristics:</a:t>
            </a:r>
          </a:p>
          <a:p>
            <a:pPr lvl="1"/>
            <a:r>
              <a:rPr lang="en-IN" sz="2400" dirty="0"/>
              <a:t>Unsecured (no collateral).</a:t>
            </a:r>
          </a:p>
          <a:p>
            <a:pPr lvl="1"/>
            <a:r>
              <a:rPr lang="en-IN" sz="2400" dirty="0"/>
              <a:t>Shorter tenure (1–5 years).</a:t>
            </a:r>
          </a:p>
          <a:p>
            <a:pPr lvl="1"/>
            <a:r>
              <a:rPr lang="en-IN" sz="2400" dirty="0"/>
              <a:t>High interest rates (highest among these).</a:t>
            </a:r>
          </a:p>
          <a:p>
            <a:pPr lvl="1"/>
            <a:r>
              <a:rPr lang="en-IN" sz="2400" dirty="0"/>
              <a:t>Risk: Easy to misuse, so lenders charge more.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8FF6A5-D4CA-07C1-3E13-D729CDCDCC60}"/>
              </a:ext>
            </a:extLst>
          </p:cNvPr>
          <p:cNvSpPr txBox="1"/>
          <p:nvPr/>
        </p:nvSpPr>
        <p:spPr>
          <a:xfrm>
            <a:off x="279086" y="5598074"/>
            <a:ext cx="432511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" i="1" dirty="0"/>
              <a:t>Source: https://buddy4study.s3.ap-southeast-1.amazonaws.com/blog/uploads/2018/06/17062849/747_edu_loan_2jpg_130756.jpg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1C76CBD-096E-7CA5-2007-CFDE29BB081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69651" y="2066924"/>
            <a:ext cx="4143983" cy="4003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973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2257" y="95250"/>
            <a:ext cx="10131425" cy="1456267"/>
          </a:xfrm>
        </p:spPr>
        <p:txBody>
          <a:bodyPr/>
          <a:lstStyle/>
          <a:p>
            <a:pPr algn="ctr"/>
            <a:r>
              <a:rPr lang="en-US" dirty="0"/>
              <a:t>Home </a:t>
            </a:r>
            <a:r>
              <a:rPr lang="en-US" cap="none" dirty="0"/>
              <a:t>vs </a:t>
            </a:r>
            <a:r>
              <a:rPr lang="en-US" dirty="0"/>
              <a:t>personal loan</a:t>
            </a:r>
          </a:p>
        </p:txBody>
      </p:sp>
      <p:graphicFrame>
        <p:nvGraphicFramePr>
          <p:cNvPr id="27" name="Content Placeholder 2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4235102"/>
              </p:ext>
            </p:extLst>
          </p:nvPr>
        </p:nvGraphicFramePr>
        <p:xfrm>
          <a:off x="1405720" y="1842449"/>
          <a:ext cx="9744501" cy="477671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29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915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232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39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Feature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Home Loan 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Personal Loan 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390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</a:rPr>
                        <a:t>Purpose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Buy/build house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Any personal expense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390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</a:rPr>
                        <a:t>Collateral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Property pledged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None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967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Amount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High (lakhs–crores)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Small–medium (₹50k–25L)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390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Tenure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</a:rPr>
                        <a:t>Long (10–30 </a:t>
                      </a:r>
                      <a:r>
                        <a:rPr lang="en-US" sz="1800" u="none" strike="noStrike" dirty="0" err="1">
                          <a:effectLst/>
                        </a:rPr>
                        <a:t>yrs</a:t>
                      </a:r>
                      <a:r>
                        <a:rPr lang="en-US" sz="1800" u="none" strike="noStrike" dirty="0">
                          <a:effectLst/>
                        </a:rPr>
                        <a:t>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Short (1–5 yrs)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390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Interest Rate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Low (7–10%)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High (10–24%)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967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Tax Benefit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</a:rPr>
                        <a:t>Yes (80C &amp; 24b, old regime)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No general benefit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390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Processing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</a:rPr>
                        <a:t>Slow (valuation/legal)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</a:rPr>
                        <a:t>Fast (same day–few days)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81392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Risk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</a:rPr>
                        <a:t>Loose property if default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</a:rPr>
                        <a:t>No asset risk, but credit score hit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48430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Mortgage loan against property / Jewel</a:t>
            </a:r>
          </a:p>
        </p:txBody>
      </p:sp>
      <p:pic>
        <p:nvPicPr>
          <p:cNvPr id="12" name="Content Placeholder 11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60171" y="2386499"/>
            <a:ext cx="5279290" cy="272424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80160" y="5791200"/>
            <a:ext cx="3639312" cy="454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4" name="TextBox 13"/>
          <p:cNvSpPr txBox="1"/>
          <p:nvPr/>
        </p:nvSpPr>
        <p:spPr>
          <a:xfrm>
            <a:off x="1620222" y="5276010"/>
            <a:ext cx="255858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" i="1" dirty="0"/>
              <a:t>Source : https://www.loanfasttrack.com/images/loan_against_property.jpg</a:t>
            </a:r>
          </a:p>
        </p:txBody>
      </p:sp>
      <p:pic>
        <p:nvPicPr>
          <p:cNvPr id="1026" name="Picture 2" descr="Mortgage of Jewellery Utensil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282" y="1915436"/>
            <a:ext cx="5261165" cy="3666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7763256" y="5791200"/>
            <a:ext cx="280720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" i="1" dirty="0"/>
              <a:t>Source : https://www.cashyourjewellery.com/admin/assets/cimage/gold.jpg</a:t>
            </a:r>
          </a:p>
        </p:txBody>
      </p:sp>
    </p:spTree>
    <p:extLst>
      <p:ext uri="{BB962C8B-B14F-4D97-AF65-F5344CB8AC3E}">
        <p14:creationId xmlns:p14="http://schemas.microsoft.com/office/powerpoint/2010/main" val="21197694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Mortgage loan against Property v/s jewel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447274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400" dirty="0"/>
              <a:t>Mortgage loan against property</a:t>
            </a:r>
          </a:p>
          <a:p>
            <a:pPr marL="0" indent="0">
              <a:buNone/>
            </a:pPr>
            <a:r>
              <a:rPr lang="en-IN" sz="1900" dirty="0"/>
              <a:t>Purpose: To raise large funds for business or personal needs.</a:t>
            </a:r>
          </a:p>
          <a:p>
            <a:pPr marL="0" indent="0">
              <a:buNone/>
            </a:pPr>
            <a:r>
              <a:rPr lang="en-IN" sz="1900" dirty="0"/>
              <a:t>Characteristics:</a:t>
            </a:r>
          </a:p>
          <a:p>
            <a:pPr lvl="1"/>
            <a:r>
              <a:rPr lang="en-IN" sz="1900" dirty="0"/>
              <a:t>Secured loan</a:t>
            </a:r>
          </a:p>
          <a:p>
            <a:pPr lvl="1"/>
            <a:r>
              <a:rPr lang="en-IN" sz="1900" dirty="0"/>
              <a:t>Property is mortgaged / collateral</a:t>
            </a:r>
          </a:p>
          <a:p>
            <a:pPr lvl="1"/>
            <a:r>
              <a:rPr lang="en-IN" sz="1900" dirty="0"/>
              <a:t>Rate of interest is low compared to personal loan</a:t>
            </a:r>
          </a:p>
          <a:p>
            <a:pPr lvl="1"/>
            <a:r>
              <a:rPr lang="en-IN" sz="1900" dirty="0"/>
              <a:t>Tenure can be 3 to 15 years</a:t>
            </a:r>
          </a:p>
          <a:p>
            <a:pPr lvl="1"/>
            <a:r>
              <a:rPr lang="en-IN" sz="1900" dirty="0"/>
              <a:t>Amount is big as compared to jewellery loan</a:t>
            </a:r>
          </a:p>
          <a:p>
            <a:pPr lvl="1"/>
            <a:r>
              <a:rPr lang="en-IN" sz="1900" dirty="0"/>
              <a:t>Top up loan over housing loan</a:t>
            </a:r>
          </a:p>
          <a:p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72007" y="1682886"/>
            <a:ext cx="4995332" cy="493192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400" dirty="0"/>
              <a:t>Mortgage loan against Jewellery</a:t>
            </a:r>
          </a:p>
          <a:p>
            <a:pPr marL="0" indent="0">
              <a:buNone/>
            </a:pPr>
            <a:r>
              <a:rPr lang="en-IN" sz="1900" dirty="0"/>
              <a:t>Purpose: Quick money by pledging gold jewellery.</a:t>
            </a:r>
          </a:p>
          <a:p>
            <a:pPr marL="0" indent="0">
              <a:buNone/>
            </a:pPr>
            <a:r>
              <a:rPr lang="en-IN" sz="1900" dirty="0"/>
              <a:t>Characteristics:</a:t>
            </a:r>
          </a:p>
          <a:p>
            <a:pPr lvl="1"/>
            <a:r>
              <a:rPr lang="en-IN" sz="1900" dirty="0"/>
              <a:t>Secured loan</a:t>
            </a:r>
          </a:p>
          <a:p>
            <a:pPr lvl="1"/>
            <a:r>
              <a:rPr lang="en-IN" sz="1900" dirty="0"/>
              <a:t>Jewellery / gold is mortgaged / collateral</a:t>
            </a:r>
          </a:p>
          <a:p>
            <a:pPr lvl="1"/>
            <a:r>
              <a:rPr lang="en-IN" sz="1900" dirty="0"/>
              <a:t>Tenure can be shorter</a:t>
            </a:r>
          </a:p>
          <a:p>
            <a:pPr lvl="1"/>
            <a:r>
              <a:rPr lang="en-IN" sz="1900" dirty="0"/>
              <a:t>Easy approval</a:t>
            </a:r>
          </a:p>
          <a:p>
            <a:pPr lvl="1"/>
            <a:r>
              <a:rPr lang="en-IN" sz="1900" dirty="0"/>
              <a:t>One time repayment possible</a:t>
            </a:r>
          </a:p>
          <a:p>
            <a:pPr lvl="1"/>
            <a:r>
              <a:rPr lang="en-IN" sz="1900" dirty="0"/>
              <a:t>Rate of interest is more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43994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C3229-127F-6287-DD4D-5B7BCDD6A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Cash advances and credit card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B764CC5-7AD3-E61D-29BB-76066C4453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0362" y="2694202"/>
            <a:ext cx="4995334" cy="4195864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IN" sz="2200" dirty="0"/>
              <a:t>Purpose: </a:t>
            </a:r>
            <a:r>
              <a:rPr lang="en-US" sz="2200" dirty="0"/>
              <a:t>Quick access to cash in emergencies.</a:t>
            </a:r>
          </a:p>
          <a:p>
            <a:pPr marL="0" indent="0" algn="just">
              <a:buNone/>
            </a:pPr>
            <a:r>
              <a:rPr lang="en-US" sz="2200" dirty="0"/>
              <a:t>Characteristics:</a:t>
            </a:r>
            <a:endParaRPr lang="en-IN" sz="2200" dirty="0"/>
          </a:p>
          <a:p>
            <a:pPr algn="just"/>
            <a:r>
              <a:rPr lang="en-IN" sz="2200" dirty="0"/>
              <a:t>Cash advances is the facility provided by the card issuers.</a:t>
            </a:r>
          </a:p>
          <a:p>
            <a:pPr algn="just"/>
            <a:r>
              <a:rPr lang="en-IN" sz="2200" dirty="0"/>
              <a:t>Cash can be withdrawn immediately.</a:t>
            </a:r>
          </a:p>
          <a:p>
            <a:pPr algn="just"/>
            <a:r>
              <a:rPr lang="en-IN" sz="2200" dirty="0"/>
              <a:t>Rate of interest is  higher</a:t>
            </a:r>
          </a:p>
          <a:p>
            <a:pPr algn="just"/>
            <a:r>
              <a:rPr lang="en-IN" sz="2200" dirty="0"/>
              <a:t>short-term, expensive loan </a:t>
            </a:r>
          </a:p>
          <a:p>
            <a:pPr algn="just"/>
            <a:r>
              <a:rPr lang="en-US" sz="2200" dirty="0"/>
              <a:t>no grace period, fee-based, limited cash availability (</a:t>
            </a:r>
            <a:r>
              <a:rPr lang="en-IN" sz="2200" dirty="0"/>
              <a:t>cash advances incur an immediate cash advance fee and accrue high interest rates with no grace period, meaning interest begins the day of the withdrawal)</a:t>
            </a:r>
          </a:p>
          <a:p>
            <a:pPr marL="0" indent="0" algn="just">
              <a:buNone/>
            </a:pPr>
            <a:endParaRPr lang="en-IN" dirty="0"/>
          </a:p>
          <a:p>
            <a:pPr algn="just"/>
            <a:endParaRPr lang="en-IN" dirty="0"/>
          </a:p>
          <a:p>
            <a:pPr algn="just"/>
            <a:endParaRPr lang="en-IN" dirty="0"/>
          </a:p>
          <a:p>
            <a:pPr algn="just"/>
            <a:endParaRPr lang="en-IN" dirty="0"/>
          </a:p>
        </p:txBody>
      </p:sp>
      <p:pic>
        <p:nvPicPr>
          <p:cNvPr id="1026" name="Picture 2" descr="What Is A Merchant Cash Advance?">
            <a:extLst>
              <a:ext uri="{FF2B5EF4-FFF2-40B4-BE49-F238E27FC236}">
                <a16:creationId xmlns:a16="http://schemas.microsoft.com/office/drawing/2014/main" id="{ACC81478-517D-6B08-9470-BD2E0BFA2DFC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142067"/>
            <a:ext cx="5608324" cy="3056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DE57CF5-BF2E-E5B2-23ED-DEA2DAF2BDB0}"/>
              </a:ext>
            </a:extLst>
          </p:cNvPr>
          <p:cNvSpPr txBox="1"/>
          <p:nvPr/>
        </p:nvSpPr>
        <p:spPr>
          <a:xfrm>
            <a:off x="7553740" y="5436704"/>
            <a:ext cx="300161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00" i="1" dirty="0"/>
              <a:t>Source: https://www.become.co/blog/what-is-a-merchant-cash-advance/</a:t>
            </a:r>
          </a:p>
        </p:txBody>
      </p:sp>
    </p:spTree>
    <p:extLst>
      <p:ext uri="{BB962C8B-B14F-4D97-AF65-F5344CB8AC3E}">
        <p14:creationId xmlns:p14="http://schemas.microsoft.com/office/powerpoint/2010/main" val="9554140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3D216-83BF-5CF0-A151-B638507B1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CREDIT CARD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40CE67-7399-C30B-7EA8-7FF0279A88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6055366" cy="3649133"/>
          </a:xfrm>
        </p:spPr>
        <p:txBody>
          <a:bodyPr/>
          <a:lstStyle/>
          <a:p>
            <a:r>
              <a:rPr lang="en-IN" dirty="0"/>
              <a:t>Credit card offered based on eligibility.</a:t>
            </a:r>
          </a:p>
          <a:p>
            <a:r>
              <a:rPr lang="en-IN" dirty="0"/>
              <a:t>Credit limit is set.</a:t>
            </a:r>
          </a:p>
          <a:p>
            <a:r>
              <a:rPr lang="en-IN" dirty="0"/>
              <a:t>Rate of interest is very high.</a:t>
            </a:r>
          </a:p>
          <a:p>
            <a:r>
              <a:rPr lang="en-IN" dirty="0"/>
              <a:t>EMI repayment is mandatory, failing attracts higher interest</a:t>
            </a:r>
          </a:p>
          <a:p>
            <a:r>
              <a:rPr lang="en-IN" dirty="0"/>
              <a:t>Credit period 45 to 60 days.</a:t>
            </a:r>
          </a:p>
          <a:p>
            <a:r>
              <a:rPr lang="en-IN" dirty="0"/>
              <a:t>Cash bag offers on credit card payments.</a:t>
            </a:r>
          </a:p>
          <a:p>
            <a:endParaRPr lang="en-IN" dirty="0"/>
          </a:p>
          <a:p>
            <a:endParaRPr lang="en-IN" dirty="0"/>
          </a:p>
        </p:txBody>
      </p:sp>
      <p:pic>
        <p:nvPicPr>
          <p:cNvPr id="2050" name="Picture 2" descr="credit card | Britannica">
            <a:extLst>
              <a:ext uri="{FF2B5EF4-FFF2-40B4-BE49-F238E27FC236}">
                <a16:creationId xmlns:a16="http://schemas.microsoft.com/office/drawing/2014/main" id="{7026E249-45B3-FD4F-BA99-AEA8B3CDE974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6989" y="1977516"/>
            <a:ext cx="4455442" cy="3294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9F4D955-2407-5976-26B2-309F260F0041}"/>
              </a:ext>
            </a:extLst>
          </p:cNvPr>
          <p:cNvSpPr txBox="1"/>
          <p:nvPr/>
        </p:nvSpPr>
        <p:spPr>
          <a:xfrm>
            <a:off x="1567732" y="5419477"/>
            <a:ext cx="338018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00" i="1" dirty="0"/>
              <a:t>Source : https://www.google.com/search?q=CREDIT+CARD&amp;tbm=isch&amp;ved=2ahUKEwjtr8Lu6aP6AhWuk9gFHesnDCwQ2-cCegQIABAA&amp;oq=CREDIT+CARD&amp;gs_lcp=CgNpbWcQAzIHCAAQsQMQQzIECAAQQzIECAAQQzILCAAQgAQQsQMQgwEyCAgAEIAEELEDMgUIABCABDILCAAQgAQQsQMQgwEyCAgAEIAEELEDMgUIABCABDILCAAQgAQQsQMQgwE6BAgjECc6BggAEB4QBzoHCCMQ6gIQJzoKCAAQsQMQgwEQQ1DYBViNL2DFMWgBcAB4BIAB9ASIAc8okgEMMC4xMy42LjMuMS4xmAEAoAEBqgELZ3dzLXdpei1pbWewAQrAAQE&amp;sclient=img&amp;ei=Le8pY63lIK6n4t4P68-w4AI&amp;bih=722&amp;biw=1536#imgrc=vHAu944Z407-0M</a:t>
            </a:r>
          </a:p>
        </p:txBody>
      </p:sp>
    </p:spTree>
    <p:extLst>
      <p:ext uri="{BB962C8B-B14F-4D97-AF65-F5344CB8AC3E}">
        <p14:creationId xmlns:p14="http://schemas.microsoft.com/office/powerpoint/2010/main" val="20719402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D9F5A-6BEE-D0D1-7DF6-A9D4488C4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179" y="216121"/>
            <a:ext cx="10131425" cy="786958"/>
          </a:xfrm>
        </p:spPr>
        <p:txBody>
          <a:bodyPr/>
          <a:lstStyle/>
          <a:p>
            <a:r>
              <a:rPr lang="en-IN" dirty="0"/>
              <a:t>Payday loan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AA4E1-D004-9361-6996-E5C2CC67B1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0702" y="1180417"/>
            <a:ext cx="7300336" cy="533377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Purpose: To provide very short-term credit (typically until the borrower’s next paycheck).</a:t>
            </a:r>
          </a:p>
          <a:p>
            <a:r>
              <a:rPr lang="en-US" dirty="0"/>
              <a:t>Designed for people facing urgent cash needs like rent, bills, or emergencies. </a:t>
            </a:r>
          </a:p>
          <a:p>
            <a:r>
              <a:rPr lang="en-US" dirty="0"/>
              <a:t>Intended as a bridge loan between paydays when no savings are available.</a:t>
            </a:r>
          </a:p>
          <a:p>
            <a:pPr marL="0" indent="0">
              <a:buNone/>
            </a:pPr>
            <a:r>
              <a:rPr lang="en-US" dirty="0"/>
              <a:t> Characteristics: </a:t>
            </a:r>
          </a:p>
          <a:p>
            <a:pPr lvl="1"/>
            <a:r>
              <a:rPr lang="en-US" sz="2000" dirty="0"/>
              <a:t>Small loan amounts: Usually a few thousand rupees, not large sums.</a:t>
            </a:r>
          </a:p>
          <a:p>
            <a:pPr lvl="1"/>
            <a:r>
              <a:rPr lang="en-US" sz="2000" dirty="0"/>
              <a:t>Short tenure: Typically 2–4 weeks (until next salary).</a:t>
            </a:r>
          </a:p>
          <a:p>
            <a:pPr lvl="1"/>
            <a:r>
              <a:rPr lang="en-US" sz="2000" dirty="0"/>
              <a:t>Very high cost: Extremely high interest rates or fees (sometimes equivalent to 300%–500% APR annually).</a:t>
            </a:r>
          </a:p>
          <a:p>
            <a:pPr lvl="1"/>
            <a:r>
              <a:rPr lang="en-US" sz="2000" dirty="0"/>
              <a:t>No collateral: Unsecured loan based only on proof of income.</a:t>
            </a:r>
          </a:p>
          <a:p>
            <a:pPr lvl="1"/>
            <a:r>
              <a:rPr lang="en-US" sz="2000" dirty="0"/>
              <a:t>Easy access: Quick approvals, minimal documentation, often available online or through storefront lenders.</a:t>
            </a:r>
            <a:endParaRPr lang="en-IN" sz="2000" dirty="0"/>
          </a:p>
        </p:txBody>
      </p:sp>
      <p:pic>
        <p:nvPicPr>
          <p:cNvPr id="3074" name="Picture 2" descr="Payday Loans">
            <a:extLst>
              <a:ext uri="{FF2B5EF4-FFF2-40B4-BE49-F238E27FC236}">
                <a16:creationId xmlns:a16="http://schemas.microsoft.com/office/drawing/2014/main" id="{387C82E2-DE24-C6DF-3441-9BEE6B40852D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7831" y="1485106"/>
            <a:ext cx="3887787" cy="3887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D580D61-759A-BC06-BA8A-3D9476315415}"/>
              </a:ext>
            </a:extLst>
          </p:cNvPr>
          <p:cNvSpPr txBox="1"/>
          <p:nvPr/>
        </p:nvSpPr>
        <p:spPr>
          <a:xfrm>
            <a:off x="8601075" y="5654865"/>
            <a:ext cx="294322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00" i="1" dirty="0"/>
              <a:t>Source: https://www.incharge.org/debt-relief/how-payday-loans-work/</a:t>
            </a:r>
          </a:p>
        </p:txBody>
      </p:sp>
    </p:spTree>
    <p:extLst>
      <p:ext uri="{BB962C8B-B14F-4D97-AF65-F5344CB8AC3E}">
        <p14:creationId xmlns:p14="http://schemas.microsoft.com/office/powerpoint/2010/main" val="19482441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A81E8-62E1-688E-3D38-B7C3428C7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367" y="263121"/>
            <a:ext cx="10131425" cy="943110"/>
          </a:xfrm>
        </p:spPr>
        <p:txBody>
          <a:bodyPr/>
          <a:lstStyle/>
          <a:p>
            <a:r>
              <a:rPr lang="en-IN" dirty="0"/>
              <a:t>Debt consolidation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40E134-8625-8CA0-8702-6C87537C40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48072" y="1206231"/>
            <a:ext cx="8216950" cy="538864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Purpose:</a:t>
            </a:r>
          </a:p>
          <a:p>
            <a:pPr lvl="1"/>
            <a:r>
              <a:rPr lang="en-US" dirty="0"/>
              <a:t>To simplify multiple debts by combining them into a single loan. </a:t>
            </a:r>
          </a:p>
          <a:p>
            <a:pPr lvl="1"/>
            <a:r>
              <a:rPr lang="en-US" dirty="0"/>
              <a:t>Helps borrowers manage repayments more easily with one EMI instead of many. Often used when someone has multiple credit card dues, personal loans, or other high-interest borrowings.</a:t>
            </a:r>
          </a:p>
          <a:p>
            <a:pPr marL="0" indent="0">
              <a:buNone/>
            </a:pPr>
            <a:r>
              <a:rPr lang="en-US" dirty="0"/>
              <a:t>Aim: Reduce stress, possibly lower interest costs, and improve repayment discipline. </a:t>
            </a:r>
          </a:p>
          <a:p>
            <a:pPr marL="0" indent="0">
              <a:buNone/>
            </a:pPr>
            <a:r>
              <a:rPr lang="en-US" dirty="0"/>
              <a:t>Characteristics:</a:t>
            </a:r>
          </a:p>
          <a:p>
            <a:pPr lvl="1"/>
            <a:r>
              <a:rPr lang="en-US" dirty="0"/>
              <a:t>Single loan replaces many: Multiple high-interest debts (credit cards, payday loans, etc.) are merged into one consolidated loan.</a:t>
            </a:r>
          </a:p>
          <a:p>
            <a:pPr lvl="1"/>
            <a:r>
              <a:rPr lang="en-US" dirty="0"/>
              <a:t>Lower interest rate (if eligible): New loan may have a lower rate than the weighted average of old debts.</a:t>
            </a:r>
          </a:p>
          <a:p>
            <a:pPr lvl="1"/>
            <a:r>
              <a:rPr lang="en-US" dirty="0"/>
              <a:t>Fixed tenure: Provides a clear repayment timeline (e.g., 3–5 years).Improved cash flow: Monthly EMI may be lower than the combined old payments.</a:t>
            </a:r>
          </a:p>
          <a:p>
            <a:pPr lvl="1"/>
            <a:r>
              <a:rPr lang="en-US" dirty="0"/>
              <a:t>Convenience: Easier to track and manage one repayment schedule.</a:t>
            </a:r>
          </a:p>
          <a:p>
            <a:pPr lvl="1"/>
            <a:r>
              <a:rPr lang="en-US" dirty="0"/>
              <a:t>Risk: If borrower doesn’t change spending habits, new debt may pile up again. </a:t>
            </a:r>
          </a:p>
          <a:p>
            <a:pPr marL="0" indent="0">
              <a:buNone/>
            </a:pPr>
            <a:r>
              <a:rPr lang="en-US" dirty="0"/>
              <a:t>Types:</a:t>
            </a:r>
          </a:p>
          <a:p>
            <a:pPr marL="457200" lvl="1" indent="0">
              <a:buNone/>
            </a:pPr>
            <a:r>
              <a:rPr lang="en-US" dirty="0"/>
              <a:t>Personal Loan for debt consolidation</a:t>
            </a:r>
          </a:p>
          <a:p>
            <a:pPr marL="457200" lvl="1" indent="0">
              <a:buNone/>
            </a:pPr>
            <a:r>
              <a:rPr lang="en-US" dirty="0"/>
              <a:t>Balance transfer on credit cards</a:t>
            </a:r>
          </a:p>
          <a:p>
            <a:pPr marL="457200" lvl="1" indent="0">
              <a:buNone/>
            </a:pPr>
            <a:r>
              <a:rPr lang="en-US" dirty="0"/>
              <a:t>Home equity loan/loan against property</a:t>
            </a:r>
            <a:endParaRPr lang="en-IN" dirty="0"/>
          </a:p>
        </p:txBody>
      </p:sp>
      <p:pic>
        <p:nvPicPr>
          <p:cNvPr id="1026" name="Picture 2" descr="What is Debt Consolidation &amp; How to Do It | Credello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978" y="1641063"/>
            <a:ext cx="3346704" cy="4066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55366" y="5828053"/>
            <a:ext cx="334670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" i="1" dirty="0"/>
              <a:t>Source: https://www.credello.com/wp-content/uploads/2021/12/What-is-Debt-consolidation.png</a:t>
            </a:r>
          </a:p>
        </p:txBody>
      </p:sp>
    </p:spTree>
    <p:extLst>
      <p:ext uri="{BB962C8B-B14F-4D97-AF65-F5344CB8AC3E}">
        <p14:creationId xmlns:p14="http://schemas.microsoft.com/office/powerpoint/2010/main" val="27082786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F46E0-44B5-CACD-145E-137F14315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7913"/>
            <a:ext cx="10131425" cy="686329"/>
          </a:xfrm>
        </p:spPr>
        <p:txBody>
          <a:bodyPr/>
          <a:lstStyle/>
          <a:p>
            <a:r>
              <a:rPr lang="en-IN" dirty="0"/>
              <a:t>Business loan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E6A968-6EB4-0814-B0CC-70CDC1F6CA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26210" y="397042"/>
            <a:ext cx="7067761" cy="6148137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1" dirty="0"/>
              <a:t>Characteristics: </a:t>
            </a:r>
          </a:p>
          <a:p>
            <a:r>
              <a:rPr lang="en-US" dirty="0"/>
              <a:t>Borrower: Individuals (entrepreneurs), SMEs (small &amp; medium enterprises), or large companies. </a:t>
            </a:r>
          </a:p>
          <a:p>
            <a:pPr lvl="1"/>
            <a:r>
              <a:rPr lang="en-US" dirty="0"/>
              <a:t>Types of Business Loans:</a:t>
            </a:r>
          </a:p>
          <a:p>
            <a:pPr lvl="1"/>
            <a:r>
              <a:rPr lang="en-US" dirty="0"/>
              <a:t>Term Loan – Lump sum borrowed, repaid over fixed tenure (short-term or long-term).</a:t>
            </a:r>
          </a:p>
          <a:p>
            <a:pPr lvl="1"/>
            <a:r>
              <a:rPr lang="en-US" dirty="0"/>
              <a:t>Working Capital Loan – To cover day-to-day operations, usually short-term.</a:t>
            </a:r>
          </a:p>
          <a:p>
            <a:pPr lvl="1"/>
            <a:r>
              <a:rPr lang="en-US" dirty="0"/>
              <a:t>Equipment Financing – For purchase of machinery/technology.</a:t>
            </a:r>
          </a:p>
          <a:p>
            <a:pPr lvl="1"/>
            <a:r>
              <a:rPr lang="en-US" dirty="0"/>
              <a:t>Invoice Financing / Bill Discounting – Loan against unpaid invoices.</a:t>
            </a:r>
          </a:p>
          <a:p>
            <a:pPr lvl="1"/>
            <a:r>
              <a:rPr lang="en-US" dirty="0"/>
              <a:t>Overdraft / Line of Credit – Flexible borrowing up to a sanctioned limit.</a:t>
            </a:r>
          </a:p>
          <a:p>
            <a:pPr lvl="1"/>
            <a:r>
              <a:rPr lang="en-US" dirty="0"/>
              <a:t>Startup Loans – For new businesses, often unsecured.</a:t>
            </a:r>
          </a:p>
          <a:p>
            <a:r>
              <a:rPr lang="en-US" dirty="0"/>
              <a:t>Secured vs. Unsecured:</a:t>
            </a:r>
          </a:p>
          <a:p>
            <a:pPr lvl="1"/>
            <a:r>
              <a:rPr lang="en-US" dirty="0"/>
              <a:t>Secured loans require collateral (property, machinery, etc.).</a:t>
            </a:r>
          </a:p>
          <a:p>
            <a:pPr lvl="1"/>
            <a:r>
              <a:rPr lang="en-US" dirty="0"/>
              <a:t>Unsecured loans are based on creditworthiness and carry higher interest.</a:t>
            </a:r>
          </a:p>
          <a:p>
            <a:r>
              <a:rPr lang="en-US" dirty="0"/>
              <a:t>Interest Rates: Depend on loan type, collateral, credit profile, and bank policies.</a:t>
            </a:r>
          </a:p>
          <a:p>
            <a:r>
              <a:rPr lang="en-US" dirty="0"/>
              <a:t>Repayment: EMI-based (fixed monthly payments) or flexible (overdraft/credit line).</a:t>
            </a:r>
          </a:p>
          <a:p>
            <a:r>
              <a:rPr lang="en-US" dirty="0"/>
              <a:t>Eligibility Factors: Business turnover, profitability, vintage (years in operation), credit history, and financial statements.</a:t>
            </a:r>
          </a:p>
          <a:p>
            <a:r>
              <a:rPr lang="en-US" dirty="0"/>
              <a:t>Tax Benefit: Interest paid on business loans is usually tax-deductible as a business expense.</a:t>
            </a:r>
            <a:endParaRPr lang="en-IN" dirty="0"/>
          </a:p>
        </p:txBody>
      </p:sp>
      <p:pic>
        <p:nvPicPr>
          <p:cNvPr id="2050" name="Picture 2" descr="Top 7 Loans You can get as a Business Owner - Finance Buddha Blog |  Enlighten Your Finances"/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738" y="854242"/>
            <a:ext cx="4223577" cy="2574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71591" y="3013501"/>
            <a:ext cx="33065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" i="1" dirty="0"/>
              <a:t>Source : https://i0.wp.com/financebuddha.com/blog/wp-content/uploads/2018/04/02165834/Business-Loans-for-startup.jpg?fit=945%2C709&amp;ssl=1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6DEFCC-3E4A-A2B1-4C33-FFFBEBC579AA}"/>
              </a:ext>
            </a:extLst>
          </p:cNvPr>
          <p:cNvSpPr txBox="1"/>
          <p:nvPr/>
        </p:nvSpPr>
        <p:spPr>
          <a:xfrm>
            <a:off x="418801" y="3633537"/>
            <a:ext cx="4465894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Purpose: </a:t>
            </a:r>
            <a:r>
              <a:rPr lang="en-US" sz="1600" dirty="0"/>
              <a:t>To provide funding support for business activities such as: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Starting a new business (startup loan).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Expanding an existing business (new branch, machinery, staff).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Managing working capital (day-to-day operations, paying suppliers, wages).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Purchasing equipment, vehicles, or inventory.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Meeting seasonal demand or bridging cash flow gaps.</a:t>
            </a:r>
          </a:p>
        </p:txBody>
      </p:sp>
    </p:spTree>
    <p:extLst>
      <p:ext uri="{BB962C8B-B14F-4D97-AF65-F5344CB8AC3E}">
        <p14:creationId xmlns:p14="http://schemas.microsoft.com/office/powerpoint/2010/main" val="36562830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BE6E1-62F1-E28F-3521-51272E8DD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490281"/>
            <a:ext cx="10820401" cy="228710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Loans help you achieve goals but must be chosen wisely (look at interest, tenure, purpose).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42728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F2C67D6-84A2-8587-2D9C-40A5CAC94E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4800483"/>
              </p:ext>
            </p:extLst>
          </p:nvPr>
        </p:nvGraphicFramePr>
        <p:xfrm>
          <a:off x="285750" y="476394"/>
          <a:ext cx="11692890" cy="6084423"/>
        </p:xfrm>
        <a:graphic>
          <a:graphicData uri="http://schemas.openxmlformats.org/drawingml/2006/table">
            <a:tbl>
              <a:tblPr/>
              <a:tblGrid>
                <a:gridCol w="1866900">
                  <a:extLst>
                    <a:ext uri="{9D8B030D-6E8A-4147-A177-3AD203B41FA5}">
                      <a16:colId xmlns:a16="http://schemas.microsoft.com/office/drawing/2014/main" val="1856093888"/>
                    </a:ext>
                  </a:extLst>
                </a:gridCol>
                <a:gridCol w="2038350">
                  <a:extLst>
                    <a:ext uri="{9D8B030D-6E8A-4147-A177-3AD203B41FA5}">
                      <a16:colId xmlns:a16="http://schemas.microsoft.com/office/drawing/2014/main" val="73467553"/>
                    </a:ext>
                  </a:extLst>
                </a:gridCol>
                <a:gridCol w="2143125">
                  <a:extLst>
                    <a:ext uri="{9D8B030D-6E8A-4147-A177-3AD203B41FA5}">
                      <a16:colId xmlns:a16="http://schemas.microsoft.com/office/drawing/2014/main" val="2894475950"/>
                    </a:ext>
                  </a:extLst>
                </a:gridCol>
                <a:gridCol w="1746885">
                  <a:extLst>
                    <a:ext uri="{9D8B030D-6E8A-4147-A177-3AD203B41FA5}">
                      <a16:colId xmlns:a16="http://schemas.microsoft.com/office/drawing/2014/main" val="2196134276"/>
                    </a:ext>
                  </a:extLst>
                </a:gridCol>
                <a:gridCol w="1482090">
                  <a:extLst>
                    <a:ext uri="{9D8B030D-6E8A-4147-A177-3AD203B41FA5}">
                      <a16:colId xmlns:a16="http://schemas.microsoft.com/office/drawing/2014/main" val="1879403212"/>
                    </a:ext>
                  </a:extLst>
                </a:gridCol>
                <a:gridCol w="2415540">
                  <a:extLst>
                    <a:ext uri="{9D8B030D-6E8A-4147-A177-3AD203B41FA5}">
                      <a16:colId xmlns:a16="http://schemas.microsoft.com/office/drawing/2014/main" val="4006798123"/>
                    </a:ext>
                  </a:extLst>
                </a:gridCol>
              </a:tblGrid>
              <a:tr h="6933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Loan Type</a:t>
                      </a:r>
                    </a:p>
                  </a:txBody>
                  <a:tcPr marL="59831" marR="59831" marT="29915" marB="299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Purpose</a:t>
                      </a:r>
                    </a:p>
                  </a:txBody>
                  <a:tcPr marL="59831" marR="59831" marT="29915" marB="299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Security/Collateral</a:t>
                      </a:r>
                    </a:p>
                  </a:txBody>
                  <a:tcPr marL="59831" marR="59831" marT="29915" marB="299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Tenure</a:t>
                      </a:r>
                      <a:endParaRPr lang="en-IN" sz="2000" b="1" dirty="0"/>
                    </a:p>
                  </a:txBody>
                  <a:tcPr marL="59831" marR="59831" marT="29915" marB="299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Interest Rate</a:t>
                      </a:r>
                    </a:p>
                  </a:txBody>
                  <a:tcPr marL="59831" marR="59831" marT="29915" marB="299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Key Points</a:t>
                      </a:r>
                    </a:p>
                  </a:txBody>
                  <a:tcPr marL="59831" marR="59831" marT="29915" marB="299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5397843"/>
                  </a:ext>
                </a:extLst>
              </a:tr>
              <a:tr h="6933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Home Loan</a:t>
                      </a:r>
                      <a:endParaRPr lang="en-IN" sz="2000"/>
                    </a:p>
                  </a:txBody>
                  <a:tcPr marL="59831" marR="59831" marT="29915" marB="299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Buy/construct/ renovate house</a:t>
                      </a:r>
                    </a:p>
                  </a:txBody>
                  <a:tcPr marL="59831" marR="59831" marT="29915" marB="299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House itself</a:t>
                      </a:r>
                    </a:p>
                  </a:txBody>
                  <a:tcPr marL="59831" marR="59831" marT="29915" marB="299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10–30 yrs</a:t>
                      </a:r>
                    </a:p>
                  </a:txBody>
                  <a:tcPr marL="59831" marR="59831" marT="29915" marB="299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Low</a:t>
                      </a:r>
                    </a:p>
                  </a:txBody>
                  <a:tcPr marL="59831" marR="59831" marT="29915" marB="299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Tax benefits, asset creation</a:t>
                      </a:r>
                    </a:p>
                  </a:txBody>
                  <a:tcPr marL="59831" marR="59831" marT="29915" marB="299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820275"/>
                  </a:ext>
                </a:extLst>
              </a:tr>
              <a:tr h="9771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Car Loan</a:t>
                      </a:r>
                      <a:endParaRPr lang="en-IN" sz="2000" dirty="0"/>
                    </a:p>
                  </a:txBody>
                  <a:tcPr marL="59831" marR="59831" marT="29915" marB="299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Buy car</a:t>
                      </a:r>
                    </a:p>
                  </a:txBody>
                  <a:tcPr marL="59831" marR="59831" marT="29915" marB="299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Car</a:t>
                      </a:r>
                    </a:p>
                  </a:txBody>
                  <a:tcPr marL="59831" marR="59831" marT="29915" marB="299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3–7 yrs</a:t>
                      </a:r>
                    </a:p>
                  </a:txBody>
                  <a:tcPr marL="59831" marR="59831" marT="29915" marB="299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Medium</a:t>
                      </a:r>
                    </a:p>
                  </a:txBody>
                  <a:tcPr marL="59831" marR="59831" marT="29915" marB="299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Vehicle ownership, EMIs</a:t>
                      </a:r>
                    </a:p>
                  </a:txBody>
                  <a:tcPr marL="59831" marR="59831" marT="29915" marB="299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8691573"/>
                  </a:ext>
                </a:extLst>
              </a:tr>
              <a:tr h="10090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Education Loan</a:t>
                      </a:r>
                      <a:endParaRPr lang="en-IN" sz="2000" dirty="0"/>
                    </a:p>
                  </a:txBody>
                  <a:tcPr marL="59831" marR="59831" marT="29915" marB="299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Study (India/abroad)</a:t>
                      </a:r>
                    </a:p>
                  </a:txBody>
                  <a:tcPr marL="59831" marR="59831" marT="29915" marB="299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Co-borrower (parents), future income</a:t>
                      </a:r>
                    </a:p>
                  </a:txBody>
                  <a:tcPr marL="59831" marR="59831" marT="29915" marB="299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Course + 6–12 </a:t>
                      </a:r>
                      <a:r>
                        <a:rPr lang="en-IN" sz="2000" dirty="0" err="1"/>
                        <a:t>mo</a:t>
                      </a:r>
                      <a:r>
                        <a:rPr lang="en-IN" sz="2000" dirty="0"/>
                        <a:t> grace</a:t>
                      </a:r>
                    </a:p>
                  </a:txBody>
                  <a:tcPr marL="59831" marR="59831" marT="29915" marB="299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Medium</a:t>
                      </a:r>
                    </a:p>
                  </a:txBody>
                  <a:tcPr marL="59831" marR="59831" marT="29915" marB="299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Moratorium, tax benefit on interest</a:t>
                      </a:r>
                    </a:p>
                  </a:txBody>
                  <a:tcPr marL="59831" marR="59831" marT="29915" marB="299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8854862"/>
                  </a:ext>
                </a:extLst>
              </a:tr>
              <a:tr h="10090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Personal Loan</a:t>
                      </a:r>
                      <a:endParaRPr lang="en-IN" sz="2000"/>
                    </a:p>
                  </a:txBody>
                  <a:tcPr marL="59831" marR="59831" marT="29915" marB="299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Weddings, travel, emergency</a:t>
                      </a:r>
                    </a:p>
                  </a:txBody>
                  <a:tcPr marL="59831" marR="59831" marT="29915" marB="299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None (unsecured)</a:t>
                      </a:r>
                    </a:p>
                  </a:txBody>
                  <a:tcPr marL="59831" marR="59831" marT="29915" marB="299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1–5 yrs</a:t>
                      </a:r>
                    </a:p>
                  </a:txBody>
                  <a:tcPr marL="59831" marR="59831" marT="29915" marB="299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High</a:t>
                      </a:r>
                    </a:p>
                  </a:txBody>
                  <a:tcPr marL="59831" marR="59831" marT="29915" marB="299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Quick, but expensive</a:t>
                      </a:r>
                    </a:p>
                  </a:txBody>
                  <a:tcPr marL="59831" marR="59831" marT="29915" marB="299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411048"/>
                  </a:ext>
                </a:extLst>
              </a:tr>
              <a:tr h="10090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Loan Against Property</a:t>
                      </a:r>
                      <a:endParaRPr lang="en-IN" sz="2000"/>
                    </a:p>
                  </a:txBody>
                  <a:tcPr marL="59831" marR="59831" marT="29915" marB="299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Big personal/ business needs</a:t>
                      </a:r>
                    </a:p>
                  </a:txBody>
                  <a:tcPr marL="59831" marR="59831" marT="29915" marB="299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Property</a:t>
                      </a:r>
                    </a:p>
                  </a:txBody>
                  <a:tcPr marL="59831" marR="59831" marT="29915" marB="299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15–20 yrs</a:t>
                      </a:r>
                    </a:p>
                  </a:txBody>
                  <a:tcPr marL="59831" marR="59831" marT="29915" marB="299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Low–Medium</a:t>
                      </a:r>
                    </a:p>
                  </a:txBody>
                  <a:tcPr marL="59831" marR="59831" marT="29915" marB="299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Mortgage, lower than personal loan</a:t>
                      </a:r>
                    </a:p>
                  </a:txBody>
                  <a:tcPr marL="59831" marR="59831" marT="29915" marB="299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6576028"/>
                  </a:ext>
                </a:extLst>
              </a:tr>
              <a:tr h="6933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Jewellery/Gold Loan</a:t>
                      </a:r>
                      <a:endParaRPr lang="en-IN" sz="2000"/>
                    </a:p>
                  </a:txBody>
                  <a:tcPr marL="59831" marR="59831" marT="29915" marB="299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Quick cash</a:t>
                      </a:r>
                    </a:p>
                  </a:txBody>
                  <a:tcPr marL="59831" marR="59831" marT="29915" marB="299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Gold pledged</a:t>
                      </a:r>
                    </a:p>
                  </a:txBody>
                  <a:tcPr marL="59831" marR="59831" marT="29915" marB="299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Short-term</a:t>
                      </a:r>
                    </a:p>
                  </a:txBody>
                  <a:tcPr marL="59831" marR="59831" marT="29915" marB="299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Medium</a:t>
                      </a:r>
                    </a:p>
                  </a:txBody>
                  <a:tcPr marL="59831" marR="59831" marT="29915" marB="299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Easy approval, secured by gold</a:t>
                      </a:r>
                    </a:p>
                  </a:txBody>
                  <a:tcPr marL="59831" marR="59831" marT="29915" marB="299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7245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05105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D7CBF-A69A-5947-DE64-39FF94DB6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cap="none" dirty="0"/>
              <a:t>Calculate  EMI for a loan of Rs. 500000 at the annual rate of 12% for a period of 5yrs. Also calculate total money paid as interest on this loan.</a:t>
            </a:r>
            <a:endParaRPr lang="en-IN" cap="non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BC5729-CA8E-671C-6247-9C1F54796C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5800" y="2341483"/>
                <a:ext cx="2738335" cy="1456267"/>
              </a:xfrm>
            </p:spPr>
            <p:txBody>
              <a:bodyPr/>
              <a:lstStyle/>
              <a:p>
                <a:pPr marL="0" indent="0"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𝐸𝑀𝐼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𝑟</m:t>
                          </m:r>
                          <m:sSup>
                            <m:s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d>
                            </m:e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d>
                            </m:e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BC5729-CA8E-671C-6247-9C1F54796C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0" y="2341483"/>
                <a:ext cx="2738335" cy="1456267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/>
              <p14:cNvContentPartPr/>
              <p14:nvPr/>
            </p14:nvContentPartPr>
            <p14:xfrm>
              <a:off x="223920" y="1014480"/>
              <a:ext cx="9965160" cy="519336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4560" y="1005120"/>
                <a:ext cx="9983880" cy="5212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461415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AF72C-1589-86C2-C4F2-D121A8163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cap="none" dirty="0"/>
              <a:t>Calculate EMI for loan on of Rs 100000 at an annual rate of interest 10% for a term of 1yr. Calculate principal and interest amount paid for all the months.</a:t>
            </a:r>
            <a:endParaRPr lang="en-IN" cap="non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C8B874-92A4-8DBD-B1D5-C8FA7025D8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5801" y="2142067"/>
                <a:ext cx="3069076" cy="128693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>
                          <a:latin typeface="Cambria Math" panose="02040503050406030204" pitchFamily="18" charset="0"/>
                        </a:rPr>
                        <m:t>𝐸𝑀𝐼</m:t>
                      </m:r>
                      <m:r>
                        <a:rPr lang="en-IN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00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IN" sz="2000" i="1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𝑟</m:t>
                          </m:r>
                          <m:sSup>
                            <m:sSupPr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d>
                            </m:e>
                            <m:sup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d>
                            </m:e>
                            <m:sup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C8B874-92A4-8DBD-B1D5-C8FA7025D8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1" y="2142067"/>
                <a:ext cx="3069076" cy="128693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/>
              <p14:cNvContentPartPr/>
              <p14:nvPr/>
            </p14:nvContentPartPr>
            <p14:xfrm>
              <a:off x="520920" y="2128320"/>
              <a:ext cx="11406240" cy="471888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1560" y="2118960"/>
                <a:ext cx="11424960" cy="4737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526296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2D7D9-A885-4482-9334-48C9B0591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C2921-2FA5-289C-1BAF-D670CAD95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920" y="-387927"/>
            <a:ext cx="10131425" cy="1456267"/>
          </a:xfrm>
        </p:spPr>
        <p:txBody>
          <a:bodyPr>
            <a:normAutofit/>
          </a:bodyPr>
          <a:lstStyle/>
          <a:p>
            <a:r>
              <a:rPr lang="en-US" sz="1800" cap="none" dirty="0"/>
              <a:t>Calculate EMI for loan on of Rs 100000 at an annual rate of interest 10% for a term of 1yr. Calculate principal and interest amount paid for all the months.</a:t>
            </a:r>
            <a:endParaRPr lang="en-IN" sz="1800" cap="none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6CCE309-C2B1-A44A-D1CA-321E5273DC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2884453"/>
              </p:ext>
            </p:extLst>
          </p:nvPr>
        </p:nvGraphicFramePr>
        <p:xfrm>
          <a:off x="675409" y="800100"/>
          <a:ext cx="10995673" cy="6256045"/>
        </p:xfrm>
        <a:graphic>
          <a:graphicData uri="http://schemas.openxmlformats.org/drawingml/2006/table">
            <a:tbl>
              <a:tblPr/>
              <a:tblGrid>
                <a:gridCol w="2074139">
                  <a:extLst>
                    <a:ext uri="{9D8B030D-6E8A-4147-A177-3AD203B41FA5}">
                      <a16:colId xmlns:a16="http://schemas.microsoft.com/office/drawing/2014/main" val="2267625875"/>
                    </a:ext>
                  </a:extLst>
                </a:gridCol>
                <a:gridCol w="2074139">
                  <a:extLst>
                    <a:ext uri="{9D8B030D-6E8A-4147-A177-3AD203B41FA5}">
                      <a16:colId xmlns:a16="http://schemas.microsoft.com/office/drawing/2014/main" val="2580211027"/>
                    </a:ext>
                  </a:extLst>
                </a:gridCol>
                <a:gridCol w="2699117">
                  <a:extLst>
                    <a:ext uri="{9D8B030D-6E8A-4147-A177-3AD203B41FA5}">
                      <a16:colId xmlns:a16="http://schemas.microsoft.com/office/drawing/2014/main" val="339654713"/>
                    </a:ext>
                  </a:extLst>
                </a:gridCol>
                <a:gridCol w="2074139">
                  <a:extLst>
                    <a:ext uri="{9D8B030D-6E8A-4147-A177-3AD203B41FA5}">
                      <a16:colId xmlns:a16="http://schemas.microsoft.com/office/drawing/2014/main" val="3774498067"/>
                    </a:ext>
                  </a:extLst>
                </a:gridCol>
                <a:gridCol w="2074139">
                  <a:extLst>
                    <a:ext uri="{9D8B030D-6E8A-4147-A177-3AD203B41FA5}">
                      <a16:colId xmlns:a16="http://schemas.microsoft.com/office/drawing/2014/main" val="3684881075"/>
                    </a:ext>
                  </a:extLst>
                </a:gridCol>
              </a:tblGrid>
              <a:tr h="3302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Month</a:t>
                      </a:r>
                      <a:endParaRPr lang="en-IN" sz="1400"/>
                    </a:p>
                  </a:txBody>
                  <a:tcPr marL="40106" marR="40106" marT="20053" marB="20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EMI</a:t>
                      </a:r>
                      <a:endParaRPr lang="en-IN" sz="1400"/>
                    </a:p>
                  </a:txBody>
                  <a:tcPr marL="40106" marR="40106" marT="20053" marB="20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Interest Paid</a:t>
                      </a:r>
                      <a:endParaRPr lang="en-IN" sz="1400"/>
                    </a:p>
                  </a:txBody>
                  <a:tcPr marL="40106" marR="40106" marT="20053" marB="20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Principal Paid</a:t>
                      </a:r>
                      <a:endParaRPr lang="en-IN" sz="1400"/>
                    </a:p>
                  </a:txBody>
                  <a:tcPr marL="40106" marR="40106" marT="20053" marB="20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Outstanding Balance</a:t>
                      </a:r>
                      <a:endParaRPr lang="en-IN" sz="1400"/>
                    </a:p>
                  </a:txBody>
                  <a:tcPr marL="40106" marR="40106" marT="20053" marB="20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8666610"/>
                  </a:ext>
                </a:extLst>
              </a:tr>
              <a:tr h="4812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1</a:t>
                      </a:r>
                      <a:endParaRPr lang="en-IN" sz="1400"/>
                    </a:p>
                  </a:txBody>
                  <a:tcPr marL="40106" marR="40106" marT="20053" marB="20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₹8790</a:t>
                      </a:r>
                    </a:p>
                  </a:txBody>
                  <a:tcPr marL="40106" marR="40106" marT="20053" marB="20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₹100,000 × 0.0083 = ₹830</a:t>
                      </a:r>
                    </a:p>
                  </a:txBody>
                  <a:tcPr marL="40106" marR="40106" marT="20053" marB="20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₹8790 - ₹830 = ₹7960</a:t>
                      </a:r>
                    </a:p>
                  </a:txBody>
                  <a:tcPr marL="40106" marR="40106" marT="20053" marB="20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₹100,000 - ₹7960 = ₹92,040</a:t>
                      </a:r>
                    </a:p>
                  </a:txBody>
                  <a:tcPr marL="40106" marR="40106" marT="20053" marB="20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4407919"/>
                  </a:ext>
                </a:extLst>
              </a:tr>
              <a:tr h="4812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2</a:t>
                      </a:r>
                      <a:endParaRPr lang="en-IN" sz="1400"/>
                    </a:p>
                  </a:txBody>
                  <a:tcPr marL="40106" marR="40106" marT="20053" marB="20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₹8790</a:t>
                      </a:r>
                    </a:p>
                  </a:txBody>
                  <a:tcPr marL="40106" marR="40106" marT="20053" marB="20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₹92,040 × 0.0083 = ₹764</a:t>
                      </a:r>
                    </a:p>
                  </a:txBody>
                  <a:tcPr marL="40106" marR="40106" marT="20053" marB="20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₹8790 - ₹764 = ₹8026</a:t>
                      </a:r>
                    </a:p>
                  </a:txBody>
                  <a:tcPr marL="40106" marR="40106" marT="20053" marB="20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₹92,040 - ₹8026 = ₹84,014</a:t>
                      </a:r>
                    </a:p>
                  </a:txBody>
                  <a:tcPr marL="40106" marR="40106" marT="20053" marB="20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3389597"/>
                  </a:ext>
                </a:extLst>
              </a:tr>
              <a:tr h="4812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3</a:t>
                      </a:r>
                      <a:endParaRPr lang="en-IN" sz="1400"/>
                    </a:p>
                  </a:txBody>
                  <a:tcPr marL="40106" marR="40106" marT="20053" marB="20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₹8790</a:t>
                      </a:r>
                    </a:p>
                  </a:txBody>
                  <a:tcPr marL="40106" marR="40106" marT="20053" marB="20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₹84,014 × 0.0083 = ₹697</a:t>
                      </a:r>
                    </a:p>
                  </a:txBody>
                  <a:tcPr marL="40106" marR="40106" marT="20053" marB="20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₹8790 - ₹697 = ₹8093</a:t>
                      </a:r>
                    </a:p>
                  </a:txBody>
                  <a:tcPr marL="40106" marR="40106" marT="20053" marB="20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₹84,014 - ₹8093 = ₹75,921</a:t>
                      </a:r>
                    </a:p>
                  </a:txBody>
                  <a:tcPr marL="40106" marR="40106" marT="20053" marB="20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2051099"/>
                  </a:ext>
                </a:extLst>
              </a:tr>
              <a:tr h="4812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4</a:t>
                      </a:r>
                      <a:endParaRPr lang="en-IN" sz="1400"/>
                    </a:p>
                  </a:txBody>
                  <a:tcPr marL="40106" marR="40106" marT="20053" marB="20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₹8790</a:t>
                      </a:r>
                    </a:p>
                  </a:txBody>
                  <a:tcPr marL="40106" marR="40106" marT="20053" marB="20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₹75,921 × 0.0083 = ₹630</a:t>
                      </a:r>
                    </a:p>
                  </a:txBody>
                  <a:tcPr marL="40106" marR="40106" marT="20053" marB="20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₹8790 - ₹630 = ₹8160</a:t>
                      </a:r>
                    </a:p>
                  </a:txBody>
                  <a:tcPr marL="40106" marR="40106" marT="20053" marB="20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₹75,921 - ₹8160 = ₹67,761</a:t>
                      </a:r>
                    </a:p>
                  </a:txBody>
                  <a:tcPr marL="40106" marR="40106" marT="20053" marB="20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9355871"/>
                  </a:ext>
                </a:extLst>
              </a:tr>
              <a:tr h="4812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5</a:t>
                      </a:r>
                      <a:endParaRPr lang="en-IN" sz="1400"/>
                    </a:p>
                  </a:txBody>
                  <a:tcPr marL="40106" marR="40106" marT="20053" marB="20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₹8790</a:t>
                      </a:r>
                    </a:p>
                  </a:txBody>
                  <a:tcPr marL="40106" marR="40106" marT="20053" marB="20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₹67,761 × 0.0083 = ₹562</a:t>
                      </a:r>
                    </a:p>
                  </a:txBody>
                  <a:tcPr marL="40106" marR="40106" marT="20053" marB="20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₹8790 - ₹562 = ₹8228</a:t>
                      </a:r>
                    </a:p>
                  </a:txBody>
                  <a:tcPr marL="40106" marR="40106" marT="20053" marB="20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₹67,761 - ₹8228 = ₹59,533</a:t>
                      </a:r>
                    </a:p>
                  </a:txBody>
                  <a:tcPr marL="40106" marR="40106" marT="20053" marB="20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710168"/>
                  </a:ext>
                </a:extLst>
              </a:tr>
              <a:tr h="4812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6</a:t>
                      </a:r>
                      <a:endParaRPr lang="en-IN" sz="1400"/>
                    </a:p>
                  </a:txBody>
                  <a:tcPr marL="40106" marR="40106" marT="20053" marB="20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₹8790</a:t>
                      </a:r>
                    </a:p>
                  </a:txBody>
                  <a:tcPr marL="40106" marR="40106" marT="20053" marB="20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₹59,533 × 0.0083 = ₹494</a:t>
                      </a:r>
                    </a:p>
                  </a:txBody>
                  <a:tcPr marL="40106" marR="40106" marT="20053" marB="20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₹8790 - ₹494 = ₹8295</a:t>
                      </a:r>
                    </a:p>
                  </a:txBody>
                  <a:tcPr marL="40106" marR="40106" marT="20053" marB="20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₹59,533 - ₹8295 = ₹51,237</a:t>
                      </a:r>
                    </a:p>
                  </a:txBody>
                  <a:tcPr marL="40106" marR="40106" marT="20053" marB="20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9250970"/>
                  </a:ext>
                </a:extLst>
              </a:tr>
              <a:tr h="4812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7</a:t>
                      </a:r>
                      <a:endParaRPr lang="en-IN" sz="1400"/>
                    </a:p>
                  </a:txBody>
                  <a:tcPr marL="40106" marR="40106" marT="20053" marB="20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₹8790</a:t>
                      </a:r>
                    </a:p>
                  </a:txBody>
                  <a:tcPr marL="40106" marR="40106" marT="20053" marB="20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₹51,237 × 0.0083 = ₹425</a:t>
                      </a:r>
                    </a:p>
                  </a:txBody>
                  <a:tcPr marL="40106" marR="40106" marT="20053" marB="20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₹8790 - ₹425 = ₹8365</a:t>
                      </a:r>
                    </a:p>
                  </a:txBody>
                  <a:tcPr marL="40106" marR="40106" marT="20053" marB="20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₹51,237 - ₹8365 = ₹42,872</a:t>
                      </a:r>
                    </a:p>
                  </a:txBody>
                  <a:tcPr marL="40106" marR="40106" marT="20053" marB="20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6457885"/>
                  </a:ext>
                </a:extLst>
              </a:tr>
              <a:tr h="4812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8</a:t>
                      </a:r>
                      <a:endParaRPr lang="en-IN" sz="1400"/>
                    </a:p>
                  </a:txBody>
                  <a:tcPr marL="40106" marR="40106" marT="20053" marB="20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₹8790</a:t>
                      </a:r>
                    </a:p>
                  </a:txBody>
                  <a:tcPr marL="40106" marR="40106" marT="20053" marB="20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₹42,872 × 0.0083 = ₹356</a:t>
                      </a:r>
                    </a:p>
                  </a:txBody>
                  <a:tcPr marL="40106" marR="40106" marT="20053" marB="20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₹8790 - ₹356 = ₹8434</a:t>
                      </a:r>
                    </a:p>
                  </a:txBody>
                  <a:tcPr marL="40106" marR="40106" marT="20053" marB="20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₹42,872 - ₹8434 = ₹34,438</a:t>
                      </a:r>
                    </a:p>
                  </a:txBody>
                  <a:tcPr marL="40106" marR="40106" marT="20053" marB="20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3960190"/>
                  </a:ext>
                </a:extLst>
              </a:tr>
              <a:tr h="4812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9</a:t>
                      </a:r>
                      <a:endParaRPr lang="en-IN" sz="1400"/>
                    </a:p>
                  </a:txBody>
                  <a:tcPr marL="40106" marR="40106" marT="20053" marB="20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₹8790</a:t>
                      </a:r>
                    </a:p>
                  </a:txBody>
                  <a:tcPr marL="40106" marR="40106" marT="20053" marB="20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₹34,438 × 0.0083 = ₹286</a:t>
                      </a:r>
                    </a:p>
                  </a:txBody>
                  <a:tcPr marL="40106" marR="40106" marT="20053" marB="20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₹8790 - ₹286 = ₹8504</a:t>
                      </a:r>
                    </a:p>
                  </a:txBody>
                  <a:tcPr marL="40106" marR="40106" marT="20053" marB="20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₹34,438 - ₹8504 = ₹25,934</a:t>
                      </a:r>
                    </a:p>
                  </a:txBody>
                  <a:tcPr marL="40106" marR="40106" marT="20053" marB="20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5294040"/>
                  </a:ext>
                </a:extLst>
              </a:tr>
              <a:tr h="4812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10</a:t>
                      </a:r>
                      <a:endParaRPr lang="en-IN" sz="1400"/>
                    </a:p>
                  </a:txBody>
                  <a:tcPr marL="40106" marR="40106" marT="20053" marB="20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₹8790</a:t>
                      </a:r>
                    </a:p>
                  </a:txBody>
                  <a:tcPr marL="40106" marR="40106" marT="20053" marB="20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₹25,934 × 0.0083 = ₹215</a:t>
                      </a:r>
                    </a:p>
                  </a:txBody>
                  <a:tcPr marL="40106" marR="40106" marT="20053" marB="20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₹8790 - ₹215 = ₹8575</a:t>
                      </a:r>
                    </a:p>
                  </a:txBody>
                  <a:tcPr marL="40106" marR="40106" marT="20053" marB="20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₹25,934 - ₹8575 = ₹17,359</a:t>
                      </a:r>
                    </a:p>
                  </a:txBody>
                  <a:tcPr marL="40106" marR="40106" marT="20053" marB="20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4397261"/>
                  </a:ext>
                </a:extLst>
              </a:tr>
              <a:tr h="4812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11</a:t>
                      </a:r>
                      <a:endParaRPr lang="en-IN" sz="1400"/>
                    </a:p>
                  </a:txBody>
                  <a:tcPr marL="40106" marR="40106" marT="20053" marB="20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₹8790</a:t>
                      </a:r>
                    </a:p>
                  </a:txBody>
                  <a:tcPr marL="40106" marR="40106" marT="20053" marB="20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₹17,359 × 0.0083 = ₹144</a:t>
                      </a:r>
                    </a:p>
                  </a:txBody>
                  <a:tcPr marL="40106" marR="40106" marT="20053" marB="20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₹8790 - ₹144 = ₹8646</a:t>
                      </a:r>
                    </a:p>
                  </a:txBody>
                  <a:tcPr marL="40106" marR="40106" marT="20053" marB="20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₹17,359 - ₹8646 = ₹8713</a:t>
                      </a:r>
                    </a:p>
                  </a:txBody>
                  <a:tcPr marL="40106" marR="40106" marT="20053" marB="20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8149287"/>
                  </a:ext>
                </a:extLst>
              </a:tr>
              <a:tr h="6321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12</a:t>
                      </a:r>
                      <a:endParaRPr lang="en-IN" sz="1400"/>
                    </a:p>
                  </a:txBody>
                  <a:tcPr marL="40106" marR="40106" marT="20053" marB="20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₹8790</a:t>
                      </a:r>
                    </a:p>
                  </a:txBody>
                  <a:tcPr marL="40106" marR="40106" marT="20053" marB="20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₹8713 × 0.0083 = ₹72</a:t>
                      </a:r>
                    </a:p>
                  </a:txBody>
                  <a:tcPr marL="40106" marR="40106" marT="20053" marB="20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₹8790 - ₹72 = ₹8718</a:t>
                      </a:r>
                    </a:p>
                  </a:txBody>
                  <a:tcPr marL="40106" marR="40106" marT="20053" marB="20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₹8713 - ₹8718 = ₹0 (Loan Fully Repaid)</a:t>
                      </a:r>
                    </a:p>
                  </a:txBody>
                  <a:tcPr marL="40106" marR="40106" marT="20053" marB="20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82385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80652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80949-7BE8-21AE-316A-7DD430C5A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563" y="214010"/>
            <a:ext cx="11167352" cy="2276272"/>
          </a:xfrm>
        </p:spPr>
        <p:txBody>
          <a:bodyPr>
            <a:normAutofit fontScale="90000"/>
          </a:bodyPr>
          <a:lstStyle/>
          <a:p>
            <a:r>
              <a:rPr lang="en-US" cap="none" dirty="0"/>
              <a:t>Calculate EMI for loan on of Rs 50,00000 at an annual rate of interest 10% for a term of 3yrs. Find outstanding balance at the end of I yr. If a prepayment of Rs 10,00000 is done after 12 months, what will be the impact on EMI and loan tenure.</a:t>
            </a:r>
            <a:endParaRPr lang="en-IN" cap="non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E433E-3EA8-F6D4-90FB-19E1AE7428E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5801" y="2743199"/>
                <a:ext cx="5617721" cy="1624519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IN" sz="2200" i="1">
                        <a:latin typeface="Cambria Math" panose="02040503050406030204" pitchFamily="18" charset="0"/>
                      </a:rPr>
                      <m:t>𝐸𝑀𝐼</m:t>
                    </m:r>
                    <m:r>
                      <a:rPr lang="en-IN" sz="2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2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200" i="1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IN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200" i="1">
                            <a:latin typeface="Cambria Math" panose="02040503050406030204" pitchFamily="18" charset="0"/>
                          </a:rPr>
                          <m:t>𝑟</m:t>
                        </m:r>
                        <m:sSup>
                          <m:sSupPr>
                            <m:ctrlPr>
                              <a:rPr lang="en-IN" sz="2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IN" sz="2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200" i="1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r>
                                  <a:rPr lang="en-IN" sz="2200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</m:d>
                          </m:e>
                          <m:sup>
                            <m:r>
                              <a:rPr lang="en-IN" sz="2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IN" sz="2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IN" sz="2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200" i="1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r>
                                  <a:rPr lang="en-IN" sz="2200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</m:d>
                          </m:e>
                          <m:sup>
                            <m:r>
                              <a:rPr lang="en-IN" sz="2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IN" sz="2200" i="1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</m:oMath>
                </a14:m>
                <a:endParaRPr lang="en-IN" sz="22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2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2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IN" sz="22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2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200" i="1">
                            <a:latin typeface="Cambria Math" panose="02040503050406030204" pitchFamily="18" charset="0"/>
                          </a:rPr>
                          <m:t>𝑜𝑙𝑑</m:t>
                        </m:r>
                      </m:sub>
                    </m:sSub>
                    <m:r>
                      <a:rPr lang="en-IN" sz="2200" i="1"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IN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200" i="1">
                            <a:latin typeface="Cambria Math" panose="02040503050406030204" pitchFamily="18" charset="0"/>
                          </a:rPr>
                          <m:t>(1+</m:t>
                        </m:r>
                        <m:r>
                          <a:rPr lang="en-IN" sz="2200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IN" sz="22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20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IN" sz="2200" dirty="0"/>
                  <a:t>- EMI/r *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200" i="1">
                            <a:latin typeface="Cambria Math" panose="02040503050406030204" pitchFamily="18" charset="0"/>
                          </a:rPr>
                          <m:t>((1+</m:t>
                        </m:r>
                        <m:r>
                          <a:rPr lang="en-IN" sz="2200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IN" sz="22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20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IN" sz="2200" i="1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endParaRPr lang="en-IN" sz="2200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E433E-3EA8-F6D4-90FB-19E1AE7428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1" y="2743199"/>
                <a:ext cx="5617721" cy="1624519"/>
              </a:xfrm>
              <a:blipFill>
                <a:blip r:embed="rId2"/>
                <a:stretch>
                  <a:fillRect l="-130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/>
              <p14:cNvContentPartPr/>
              <p14:nvPr/>
            </p14:nvContentPartPr>
            <p14:xfrm>
              <a:off x="279000" y="2245680"/>
              <a:ext cx="11734560" cy="381168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9640" y="2236320"/>
                <a:ext cx="11753280" cy="3830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047320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4B73F-D6D6-36AB-4392-1A92C741D6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43124" y="543984"/>
            <a:ext cx="7197726" cy="2421464"/>
          </a:xfrm>
        </p:spPr>
        <p:txBody>
          <a:bodyPr/>
          <a:lstStyle/>
          <a:p>
            <a:pPr algn="ctr"/>
            <a:r>
              <a:rPr lang="en-US" b="1" dirty="0"/>
              <a:t>Insurance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BF741B-F66F-B420-2A70-8BA3C5E372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62100" y="3892553"/>
            <a:ext cx="9705975" cy="1685924"/>
          </a:xfrm>
        </p:spPr>
        <p:txBody>
          <a:bodyPr>
            <a:normAutofit/>
          </a:bodyPr>
          <a:lstStyle/>
          <a:p>
            <a:pPr algn="l"/>
            <a:r>
              <a:rPr lang="en-US" sz="2400" cap="none" dirty="0"/>
              <a:t>Insurance is a financial tool that provides protection against risk. </a:t>
            </a:r>
          </a:p>
          <a:p>
            <a:pPr algn="l"/>
            <a:r>
              <a:rPr lang="en-US" sz="2400" cap="none" dirty="0"/>
              <a:t>You pay a premium, and in case of an insured event, you or your family receive a payout.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52952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bg1">
                <a:shade val="96000"/>
                <a:satMod val="160000"/>
                <a:lumMod val="100000"/>
              </a:schemeClr>
            </a:gs>
          </a:gsLst>
          <a:lin ang="474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D208839-7407-44E6-AAD8-EA89D18CD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A1E8CC-C82D-4421-893C-5FA2C6073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diagram of different types of insurance&#10;&#10;AI-generated content may be incorrect.">
            <a:extLst>
              <a:ext uri="{FF2B5EF4-FFF2-40B4-BE49-F238E27FC236}">
                <a16:creationId xmlns:a16="http://schemas.microsoft.com/office/drawing/2014/main" id="{DBE14286-96A3-B895-6349-D871D1C3B0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60" r="1" b="22892"/>
          <a:stretch>
            <a:fillRect/>
          </a:stretch>
        </p:blipFill>
        <p:spPr>
          <a:xfrm>
            <a:off x="643467" y="643467"/>
            <a:ext cx="10905066" cy="5571066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</p:spTree>
    <p:extLst>
      <p:ext uri="{BB962C8B-B14F-4D97-AF65-F5344CB8AC3E}">
        <p14:creationId xmlns:p14="http://schemas.microsoft.com/office/powerpoint/2010/main" val="30026790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0F925-2F46-8E6C-0458-0FE3E002158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609600"/>
            <a:ext cx="10131425" cy="1455738"/>
          </a:xfrm>
        </p:spPr>
        <p:txBody>
          <a:bodyPr/>
          <a:lstStyle/>
          <a:p>
            <a:pPr algn="ctr"/>
            <a:r>
              <a:rPr lang="en-IN" dirty="0"/>
              <a:t>Life Insurance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672AC-497A-DA96-EA04-5665E1066997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343025" y="2293938"/>
            <a:ext cx="10131425" cy="364966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Definition: A contract where the insurer promises to pay a lump sum (sum assured) to nominees upon policyholder’s death.</a:t>
            </a:r>
          </a:p>
          <a:p>
            <a:r>
              <a:rPr lang="en-US" dirty="0"/>
              <a:t>Purpose: Provides financial security for dependents (spouse, children, parents).</a:t>
            </a:r>
          </a:p>
          <a:p>
            <a:r>
              <a:rPr lang="en-US" dirty="0"/>
              <a:t>Types:</a:t>
            </a:r>
          </a:p>
          <a:p>
            <a:pPr lvl="1"/>
            <a:r>
              <a:rPr lang="en-US" dirty="0"/>
              <a:t>Term Insurance (pure protection).</a:t>
            </a:r>
          </a:p>
          <a:p>
            <a:pPr lvl="1"/>
            <a:r>
              <a:rPr lang="en-US" dirty="0"/>
              <a:t>Endowment Plans (savings + insurance).</a:t>
            </a:r>
          </a:p>
          <a:p>
            <a:pPr lvl="1"/>
            <a:r>
              <a:rPr lang="en-US" dirty="0"/>
              <a:t>ULIPs (investment + insurance).</a:t>
            </a:r>
          </a:p>
          <a:p>
            <a:pPr lvl="1"/>
            <a:r>
              <a:rPr lang="en-US" dirty="0"/>
              <a:t>Whole Life Plans (coverage till 99 years).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Father buys life insurance of ₹50 lakhs. On his death, the family receives the full amount to cover living expenses, education, etc.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31702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C8E01E1-1C58-0C76-AD88-887E77E433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5514049"/>
              </p:ext>
            </p:extLst>
          </p:nvPr>
        </p:nvGraphicFramePr>
        <p:xfrm>
          <a:off x="685800" y="564203"/>
          <a:ext cx="10617740" cy="5920345"/>
        </p:xfrm>
        <a:graphic>
          <a:graphicData uri="http://schemas.openxmlformats.org/drawingml/2006/table">
            <a:tbl>
              <a:tblPr firstRow="1" firstCol="1" bandRow="1"/>
              <a:tblGrid>
                <a:gridCol w="1809750">
                  <a:extLst>
                    <a:ext uri="{9D8B030D-6E8A-4147-A177-3AD203B41FA5}">
                      <a16:colId xmlns:a16="http://schemas.microsoft.com/office/drawing/2014/main" val="2556007417"/>
                    </a:ext>
                  </a:extLst>
                </a:gridCol>
                <a:gridCol w="2333625">
                  <a:extLst>
                    <a:ext uri="{9D8B030D-6E8A-4147-A177-3AD203B41FA5}">
                      <a16:colId xmlns:a16="http://schemas.microsoft.com/office/drawing/2014/main" val="2509774301"/>
                    </a:ext>
                  </a:extLst>
                </a:gridCol>
                <a:gridCol w="3143250">
                  <a:extLst>
                    <a:ext uri="{9D8B030D-6E8A-4147-A177-3AD203B41FA5}">
                      <a16:colId xmlns:a16="http://schemas.microsoft.com/office/drawing/2014/main" val="1838705933"/>
                    </a:ext>
                  </a:extLst>
                </a:gridCol>
                <a:gridCol w="3331115">
                  <a:extLst>
                    <a:ext uri="{9D8B030D-6E8A-4147-A177-3AD203B41FA5}">
                      <a16:colId xmlns:a16="http://schemas.microsoft.com/office/drawing/2014/main" val="525895092"/>
                    </a:ext>
                  </a:extLst>
                </a:gridCol>
              </a:tblGrid>
              <a:tr h="532683"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Category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Type of Insurance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Features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Benefits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7242142"/>
                  </a:ext>
                </a:extLst>
              </a:tr>
              <a:tr h="1029654"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Life Insurance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Term Insurance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Pure risk cover; pays only on death; lowest premium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High coverage at low cost; financial security for dependents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3319489"/>
                  </a:ext>
                </a:extLst>
              </a:tr>
              <a:tr h="1029654"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buNone/>
                      </a:pPr>
                      <a:endParaRPr lang="en-IN" sz="20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ULIP (Unit Linked Insurance Plan)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Combo of insurance + investment; part of premium goes to market-linked funds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Life cover + wealth creation; flexible investment options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0099617"/>
                  </a:ext>
                </a:extLst>
              </a:tr>
              <a:tr h="1029654"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buNone/>
                      </a:pPr>
                      <a:endParaRPr lang="en-IN" sz="20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Whole Life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Coverage for entire life (up to 99–100 years)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Lifelong protection + inheritance planning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6172086"/>
                  </a:ext>
                </a:extLst>
              </a:tr>
              <a:tr h="1029654"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buNone/>
                      </a:pPr>
                      <a:endParaRPr lang="en-IN" sz="20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Endowment Plan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Insurance + savings; pays lump sum on maturity or death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Safe savings with guaranteed returns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1224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buNone/>
                      </a:pPr>
                      <a:endParaRPr lang="en-IN" sz="20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Money-Back Policy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Periodic payouts during policy + lump sum on maturity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Liquidity + life cover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67985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39378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F5DA8-8FBD-4469-80B3-EBF738EB42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78062" y="1171574"/>
            <a:ext cx="7197726" cy="1318681"/>
          </a:xfrm>
        </p:spPr>
        <p:txBody>
          <a:bodyPr/>
          <a:lstStyle/>
          <a:p>
            <a:pPr algn="ctr"/>
            <a:r>
              <a:rPr lang="en-US" dirty="0"/>
              <a:t>General insurance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C2B9EE-D73F-3C67-79A8-AC271FD01C8B}"/>
              </a:ext>
            </a:extLst>
          </p:cNvPr>
          <p:cNvSpPr txBox="1"/>
          <p:nvPr/>
        </p:nvSpPr>
        <p:spPr>
          <a:xfrm>
            <a:off x="1362075" y="3276600"/>
            <a:ext cx="946785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General insurance or non-life insurance policy, including automobile and home owners policies, provide payments depending on the loss from a particular financial event. </a:t>
            </a:r>
          </a:p>
          <a:p>
            <a:pPr algn="just"/>
            <a:r>
              <a:rPr lang="en-US" sz="2400" dirty="0"/>
              <a:t>General insurance is typically defined as any insurance that is not determined to be life insurance.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8871358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DC3608A-C5D2-20A3-08BA-090857C368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8814154"/>
              </p:ext>
            </p:extLst>
          </p:nvPr>
        </p:nvGraphicFramePr>
        <p:xfrm>
          <a:off x="631486" y="276705"/>
          <a:ext cx="10929028" cy="6304589"/>
        </p:xfrm>
        <a:graphic>
          <a:graphicData uri="http://schemas.openxmlformats.org/drawingml/2006/table">
            <a:tbl>
              <a:tblPr firstRow="1" firstCol="1" bandRow="1"/>
              <a:tblGrid>
                <a:gridCol w="1168739">
                  <a:extLst>
                    <a:ext uri="{9D8B030D-6E8A-4147-A177-3AD203B41FA5}">
                      <a16:colId xmlns:a16="http://schemas.microsoft.com/office/drawing/2014/main" val="3007014497"/>
                    </a:ext>
                  </a:extLst>
                </a:gridCol>
                <a:gridCol w="2022136">
                  <a:extLst>
                    <a:ext uri="{9D8B030D-6E8A-4147-A177-3AD203B41FA5}">
                      <a16:colId xmlns:a16="http://schemas.microsoft.com/office/drawing/2014/main" val="3817718752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4279861449"/>
                    </a:ext>
                  </a:extLst>
                </a:gridCol>
                <a:gridCol w="3394753">
                  <a:extLst>
                    <a:ext uri="{9D8B030D-6E8A-4147-A177-3AD203B41FA5}">
                      <a16:colId xmlns:a16="http://schemas.microsoft.com/office/drawing/2014/main" val="805558763"/>
                    </a:ext>
                  </a:extLst>
                </a:gridCol>
              </a:tblGrid>
              <a:tr h="502706"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Category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Type of Insurance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Features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Benefits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5858363"/>
                  </a:ext>
                </a:extLst>
              </a:tr>
              <a:tr h="576847"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General Insurance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Health Insurance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Covers hospitalization, medical expenses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Reduces financial burden of healthcare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6919384"/>
                  </a:ext>
                </a:extLst>
              </a:tr>
              <a:tr h="576847"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buNone/>
                      </a:pPr>
                      <a:endParaRPr lang="en-IN" sz="18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Disability Insurance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Income replacement if disabled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Ensures steady income during disability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6679360"/>
                  </a:ext>
                </a:extLst>
              </a:tr>
              <a:tr h="971711"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buNone/>
                      </a:pPr>
                      <a:endParaRPr lang="en-IN" sz="18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Motor Insurance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Covers vehicle damage + third-party liability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Legal compliance + financial protection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6804999"/>
                  </a:ext>
                </a:extLst>
              </a:tr>
              <a:tr h="502706"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buNone/>
                      </a:pPr>
                      <a:endParaRPr lang="en-IN" sz="18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Home Insurance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Covers house against fire, theft, disasters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Protects property &amp; assets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7925608"/>
                  </a:ext>
                </a:extLst>
              </a:tr>
              <a:tr h="971711"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buNone/>
                      </a:pPr>
                      <a:endParaRPr lang="en-IN" sz="18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Travel Insurance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Covers trip cancellations, lost baggage, medical emergencies abroad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Peace of mind while travelling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2978308"/>
                  </a:ext>
                </a:extLst>
              </a:tr>
              <a:tr h="576847"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buNone/>
                      </a:pPr>
                      <a:endParaRPr lang="en-IN" sz="18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Fire Insurance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Covers damage to property due to fire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Financial recovery after fire accidents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9075542"/>
                  </a:ext>
                </a:extLst>
              </a:tr>
              <a:tr h="576847"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buNone/>
                      </a:pPr>
                      <a:endParaRPr lang="en-IN" sz="18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Marine Insurance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Covers goods in transit (sea, air, land)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Protects businesses from shipping risks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0641135"/>
                  </a:ext>
                </a:extLst>
              </a:tr>
              <a:tr h="971711"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buNone/>
                      </a:pPr>
                      <a:endParaRPr lang="en-IN" sz="18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Crop Insurance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Protects farmers from crop failure due to weather/pests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Income stability for farmers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75281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56758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6F206-6F7B-EAFF-514D-B9C0C70EC5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59012" y="1343024"/>
            <a:ext cx="7197726" cy="981075"/>
          </a:xfrm>
        </p:spPr>
        <p:txBody>
          <a:bodyPr/>
          <a:lstStyle/>
          <a:p>
            <a:pPr algn="ctr"/>
            <a:r>
              <a:rPr lang="en-US" dirty="0"/>
              <a:t>Special Insurance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C6E581-F966-8CA6-756D-76982C3CBAA0}"/>
              </a:ext>
            </a:extLst>
          </p:cNvPr>
          <p:cNvSpPr txBox="1"/>
          <p:nvPr/>
        </p:nvSpPr>
        <p:spPr>
          <a:xfrm>
            <a:off x="2143125" y="3648075"/>
            <a:ext cx="78660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Special insurance policies also referred to as specialty or niche insurance policies. </a:t>
            </a:r>
          </a:p>
          <a:p>
            <a:r>
              <a:rPr lang="en-US" sz="2400" dirty="0"/>
              <a:t>They are tailored to cover unique or unusual risks.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9733488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BDFDE80-929B-85DC-2551-1C9ED3E31C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858625"/>
              </p:ext>
            </p:extLst>
          </p:nvPr>
        </p:nvGraphicFramePr>
        <p:xfrm>
          <a:off x="685800" y="758756"/>
          <a:ext cx="10617740" cy="5587555"/>
        </p:xfrm>
        <a:graphic>
          <a:graphicData uri="http://schemas.openxmlformats.org/drawingml/2006/table">
            <a:tbl>
              <a:tblPr firstRow="1" firstCol="1" bandRow="1"/>
              <a:tblGrid>
                <a:gridCol w="1466850">
                  <a:extLst>
                    <a:ext uri="{9D8B030D-6E8A-4147-A177-3AD203B41FA5}">
                      <a16:colId xmlns:a16="http://schemas.microsoft.com/office/drawing/2014/main" val="921532958"/>
                    </a:ext>
                  </a:extLst>
                </a:gridCol>
                <a:gridCol w="2686050">
                  <a:extLst>
                    <a:ext uri="{9D8B030D-6E8A-4147-A177-3AD203B41FA5}">
                      <a16:colId xmlns:a16="http://schemas.microsoft.com/office/drawing/2014/main" val="4181129401"/>
                    </a:ext>
                  </a:extLst>
                </a:gridCol>
                <a:gridCol w="3546543">
                  <a:extLst>
                    <a:ext uri="{9D8B030D-6E8A-4147-A177-3AD203B41FA5}">
                      <a16:colId xmlns:a16="http://schemas.microsoft.com/office/drawing/2014/main" val="1190715696"/>
                    </a:ext>
                  </a:extLst>
                </a:gridCol>
                <a:gridCol w="2918297">
                  <a:extLst>
                    <a:ext uri="{9D8B030D-6E8A-4147-A177-3AD203B41FA5}">
                      <a16:colId xmlns:a16="http://schemas.microsoft.com/office/drawing/2014/main" val="4051017912"/>
                    </a:ext>
                  </a:extLst>
                </a:gridCol>
              </a:tblGrid>
              <a:tr h="817125"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Category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Type of Insurance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Features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Benefits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66476"/>
                  </a:ext>
                </a:extLst>
              </a:tr>
              <a:tr h="1571970"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Special Insurance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Liability Insurance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Covers legal liabilities (professional, product, employer)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Protects against lawsuits &amp; damages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3699581"/>
                  </a:ext>
                </a:extLst>
              </a:tr>
              <a:tr h="813245"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buNone/>
                      </a:pPr>
                      <a:endParaRPr lang="en-IN" sz="20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Jewellery Insurance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Covers loss/theft of precious ornaments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Financial safety for valuables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5911745"/>
                  </a:ext>
                </a:extLst>
              </a:tr>
              <a:tr h="813245"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buNone/>
                      </a:pPr>
                      <a:endParaRPr lang="en-IN" sz="20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Pet Insurance</a:t>
                      </a:r>
                      <a:endParaRPr lang="en-IN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Covers veterinary expenses for pets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Reduces cost of pet healthcare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3838247"/>
                  </a:ext>
                </a:extLst>
              </a:tr>
              <a:tr h="1571970"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buNone/>
                      </a:pPr>
                      <a:endParaRPr lang="en-IN" sz="20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Business/Commercial Insurance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Covers property, liability, interruption losses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Safeguards business continuity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1621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24408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48D35C0-1B28-9DDB-49CE-F273233F2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Choose the Right Insurance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E8DCE6-6C60-7865-FEB0-9CA7D720D4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Identify Purpose → Protection / Investment + Protection / Asset Protection / Business Needs </a:t>
            </a:r>
          </a:p>
          <a:p>
            <a:r>
              <a:rPr lang="en-IN" sz="2400" dirty="0"/>
              <a:t>Assess Coverage Needs → Sum assured, family vs individual, time horizon</a:t>
            </a:r>
          </a:p>
          <a:p>
            <a:r>
              <a:rPr lang="en-IN" sz="2400" dirty="0"/>
              <a:t>Compare Policies → Premiums, riders, exclusions</a:t>
            </a:r>
          </a:p>
          <a:p>
            <a:r>
              <a:rPr lang="en-IN" sz="2400" dirty="0"/>
              <a:t>Check Insurer &amp; Tax Benefits → Claim ratio, service quality, 80C/80D deductions</a:t>
            </a:r>
          </a:p>
          <a:p>
            <a:r>
              <a:rPr lang="en-IN" sz="2400" dirty="0"/>
              <a:t>Finalize &amp; Review → Pick suitable policy, review every 3–5 years</a:t>
            </a:r>
          </a:p>
        </p:txBody>
      </p:sp>
    </p:spTree>
    <p:extLst>
      <p:ext uri="{BB962C8B-B14F-4D97-AF65-F5344CB8AC3E}">
        <p14:creationId xmlns:p14="http://schemas.microsoft.com/office/powerpoint/2010/main" val="359325557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 (Images)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85801" y="1559529"/>
            <a:ext cx="11153774" cy="4231671"/>
          </a:xfrm>
        </p:spPr>
        <p:txBody>
          <a:bodyPr>
            <a:normAutofit/>
          </a:bodyPr>
          <a:lstStyle/>
          <a:p>
            <a:pPr algn="just"/>
            <a:r>
              <a:rPr lang="en-IN" sz="800" i="1" dirty="0"/>
              <a:t> </a:t>
            </a:r>
            <a:r>
              <a:rPr lang="en-IN" sz="700" i="1" dirty="0"/>
              <a:t>https://www.homecareassistancedenver.com/wp-content/uploads/2019/05/Importance-of-Family-in-Seniors-life-2.jpg</a:t>
            </a:r>
          </a:p>
          <a:p>
            <a:pPr algn="just"/>
            <a:r>
              <a:rPr lang="en-IN" sz="700" i="1" dirty="0"/>
              <a:t>https://static.vecteezy.com/system/resources/previews/004/238/639/original/investment-icon-with-outline-color-style-isolated-on-white-background-illustration-money-bag-sign-symbol-icon-concept-for-business-finance-industry-company-apps-web-and-all-project-free-vector.jpg</a:t>
            </a:r>
          </a:p>
          <a:p>
            <a:pPr algn="just"/>
            <a:r>
              <a:rPr lang="en-IN" sz="700" i="1" dirty="0"/>
              <a:t>https://previews.123rf.com/images/designofire/designofire1811/designofire181106596/113212518-loan-vector-icon-sign-icon-vector-illustration-for-personal-and-commercial-use-clean-look-trendy-ico.jpg</a:t>
            </a:r>
          </a:p>
          <a:p>
            <a:pPr algn="just"/>
            <a:r>
              <a:rPr lang="en-IN" sz="700" i="1" dirty="0"/>
              <a:t>https://banner2.cleanpng.com/20180903/tvq/kisspng-vehicle-insurance-portable-network-graphics-health-ycelsigorta-5b8d0d00b87fd2.7816230415359705607557.jpg</a:t>
            </a:r>
          </a:p>
          <a:p>
            <a:pPr algn="just"/>
            <a:r>
              <a:rPr lang="en-IN" sz="700" i="1" dirty="0"/>
              <a:t>https://5.imimg.com/data5/WV/BE/PP/SELLER-22642542/home-loan-services-500x500.jpg</a:t>
            </a:r>
          </a:p>
          <a:p>
            <a:pPr algn="just"/>
            <a:r>
              <a:rPr lang="en-IN" sz="700" i="1" dirty="0"/>
              <a:t>https://buddy4study.s3.ap-southeast-1.amazonaws.com/blog/uploads/2018/06/17062849/747_edu_loan_2jpg_130756.jpg</a:t>
            </a:r>
          </a:p>
          <a:p>
            <a:pPr algn="just"/>
            <a:r>
              <a:rPr lang="en-IN" sz="700" i="1" dirty="0"/>
              <a:t> https://img.republicworld.com/republic-prod/stories/promolarge/xhdpi/15464311215c2caa9179681.jpeg</a:t>
            </a:r>
          </a:p>
          <a:p>
            <a:pPr algn="just"/>
            <a:r>
              <a:rPr lang="en-IN" sz="700" i="1" dirty="0"/>
              <a:t> https://media.istockphoto.com/vectors/vector-illustration-of-red-house-icon-vector-id155666671?k=20&amp;m=155666671&amp;s=612x612&amp;w=0&amp;h=sL5gRpVmrGcZBVu5jEjF5Ne7A4ZrBCuh5d6DpRv3mps</a:t>
            </a:r>
          </a:p>
          <a:p>
            <a:pPr algn="just"/>
            <a:r>
              <a:rPr lang="en-IN" sz="700" i="1" dirty="0"/>
              <a:t>https://img.freepik.com/free-vector/seasonal-sale-discounts-presents-purchase-visiting-boutiques-luxury-shopping-price-reduction-promotional-coupons-special-holiday-offers-vector-isolated-concept-metaphor-illustration_335657-2766.jpg?w=2000</a:t>
            </a:r>
          </a:p>
          <a:p>
            <a:pPr algn="just"/>
            <a:r>
              <a:rPr lang="en-IN" sz="700" i="1" dirty="0"/>
              <a:t>https://insurance-blog-cms.s3.ap-south-1.amazonaws.com/how_to_transfer_your_insurance_before_selling_the_second_hand_car_bfb6c74748.png</a:t>
            </a:r>
          </a:p>
          <a:p>
            <a:pPr algn="just"/>
            <a:r>
              <a:rPr lang="en-IN" sz="700" i="1" dirty="0"/>
              <a:t>https://media.istockphoto.com/vectors/doctor-visits-a-patient-lying-on-hospital-bed-senior-man-resting-in-a-vector-id857511756?k=20&amp;m=857511756&amp;s=612x612&amp;w=0&amp;h=f1R16mnQlloZUKzcr1Rxa5wOqT2alUFhj8piBL_3Cf8</a:t>
            </a:r>
          </a:p>
          <a:p>
            <a:pPr algn="just"/>
            <a:r>
              <a:rPr lang="en-IN" sz="700" i="1" dirty="0"/>
              <a:t> https://akm-img-a-in.tosshub.com/indiatoday/images/story/201810/online-3412473_1920.jpeg?meGHIUut1mybIL3pem8eWqk34osmW3Zi&amp;size=770:433</a:t>
            </a:r>
          </a:p>
          <a:p>
            <a:pPr algn="just"/>
            <a:r>
              <a:rPr lang="en-IN" sz="700" i="1" dirty="0"/>
              <a:t>https://img.etimg.com/thumb/msid-90199531,width-640,resizemode-4,imgsize-22378/important-mutual-fund-information.jpg</a:t>
            </a:r>
          </a:p>
          <a:p>
            <a:pPr algn="just"/>
            <a:r>
              <a:rPr lang="en-IN" sz="700" i="1" dirty="0"/>
              <a:t>https://abcscprod.azureedge.net/-/media/Project/ABCL/Internal_Images_526x230/526x230/Pension/Advantages-of-pension-plans_526_230_I_PF_001.ashx?revision=2ca2f02d-88aa-4ae6-9a38-6c81db1eca68&amp;modified=20210225112501</a:t>
            </a:r>
          </a:p>
          <a:p>
            <a:pPr algn="just"/>
            <a:r>
              <a:rPr lang="en-IN" sz="700" i="1" dirty="0"/>
              <a:t>https://www.kindpng.com/picc/m/113-1138696_thinking-clip-art-pictures-free-clipart-images-transparent.png</a:t>
            </a:r>
          </a:p>
          <a:p>
            <a:pPr algn="just"/>
            <a:endParaRPr lang="en-IN" sz="700" dirty="0"/>
          </a:p>
          <a:p>
            <a:pPr algn="just"/>
            <a:endParaRPr lang="en-IN" sz="700" dirty="0"/>
          </a:p>
        </p:txBody>
      </p:sp>
    </p:spTree>
    <p:extLst>
      <p:ext uri="{BB962C8B-B14F-4D97-AF65-F5344CB8AC3E}">
        <p14:creationId xmlns:p14="http://schemas.microsoft.com/office/powerpoint/2010/main" val="335889075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2A9923-50F5-111D-5049-5DD1AEA3E2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76474" y="1204386"/>
            <a:ext cx="7197726" cy="2421464"/>
          </a:xfrm>
        </p:spPr>
        <p:txBody>
          <a:bodyPr/>
          <a:lstStyle/>
          <a:p>
            <a:pPr algn="ctr"/>
            <a:r>
              <a:rPr lang="en-US" dirty="0"/>
              <a:t>Investments</a:t>
            </a:r>
            <a:endParaRPr lang="en-IN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B12B3A1-FC71-C5C8-06C8-E729C38286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81199" y="4766732"/>
            <a:ext cx="7197726" cy="1405467"/>
          </a:xfrm>
        </p:spPr>
        <p:txBody>
          <a:bodyPr/>
          <a:lstStyle/>
          <a:p>
            <a:r>
              <a:rPr lang="en-US" dirty="0"/>
              <a:t>Investing lets your money work for you to grow wealth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118684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485E7-40A9-A13C-5710-2695EFC33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Investment Options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1F8A3E-C03D-5801-C315-31A1C57FD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IN" sz="2800" dirty="0"/>
              <a:t>Safe → Moderate → Growth Instruments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683582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DC41B4C-B34E-D845-9CCA-E0DD7F8D1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338139"/>
            <a:ext cx="10131425" cy="57626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The three core investing goals 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039707-7AA2-F5C8-D674-35E3043FA6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018434"/>
            <a:ext cx="2757790" cy="576262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dirty="0"/>
              <a:t>Safety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B8DB1E-8B93-81CD-5073-F71260240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23853" y="2033723"/>
            <a:ext cx="3224796" cy="3497260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long-term increase in capital value.</a:t>
            </a:r>
          </a:p>
          <a:p>
            <a:r>
              <a:rPr lang="en-US" dirty="0"/>
              <a:t>When to </a:t>
            </a:r>
            <a:r>
              <a:rPr lang="en-US" dirty="0" err="1"/>
              <a:t>prioritise</a:t>
            </a:r>
            <a:r>
              <a:rPr lang="en-US" dirty="0"/>
              <a:t>: long-term goals (retirement in 10+ years, wealth building), higher risk tolerance.</a:t>
            </a:r>
          </a:p>
          <a:p>
            <a:r>
              <a:rPr lang="en-US" dirty="0"/>
              <a:t>Typical instruments: equities, equity mutual funds, real estate, growth-oriented mutual funds.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C2F5F82-E0C1-781A-7C8E-F4102369DFF6}"/>
              </a:ext>
            </a:extLst>
          </p:cNvPr>
          <p:cNvSpPr txBox="1">
            <a:spLocks/>
          </p:cNvSpPr>
          <p:nvPr/>
        </p:nvSpPr>
        <p:spPr>
          <a:xfrm>
            <a:off x="4581388" y="1018434"/>
            <a:ext cx="2757790" cy="57626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2800" b="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20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8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6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6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6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6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6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6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Regular Income</a:t>
            </a:r>
            <a:endParaRPr lang="en-IN" dirty="0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6DC09BC-C19C-BC13-AAA8-DDA5750AACDC}"/>
              </a:ext>
            </a:extLst>
          </p:cNvPr>
          <p:cNvSpPr txBox="1">
            <a:spLocks/>
          </p:cNvSpPr>
          <p:nvPr/>
        </p:nvSpPr>
        <p:spPr>
          <a:xfrm>
            <a:off x="8324574" y="1018434"/>
            <a:ext cx="2757790" cy="57626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2800" b="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20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8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6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6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6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6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6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6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Capital Gains</a:t>
            </a:r>
            <a:endParaRPr lang="en-IN" dirty="0"/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46DA4023-C7E8-F333-FE1E-6A92528D1CF6}"/>
              </a:ext>
            </a:extLst>
          </p:cNvPr>
          <p:cNvSpPr txBox="1">
            <a:spLocks/>
          </p:cNvSpPr>
          <p:nvPr/>
        </p:nvSpPr>
        <p:spPr>
          <a:xfrm>
            <a:off x="4483602" y="2048147"/>
            <a:ext cx="3224796" cy="34972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steady cash flows (interest, coupon, dividends, annuities).</a:t>
            </a:r>
          </a:p>
          <a:p>
            <a:r>
              <a:rPr lang="en-US" dirty="0"/>
              <a:t>When to prioritize retirees, people who need monthly cash flow, those who want predictable payouts.</a:t>
            </a:r>
          </a:p>
          <a:p>
            <a:r>
              <a:rPr lang="en-US" dirty="0"/>
              <a:t>Typical instruments: fixed deposits, pension products, annuities, high-quality corporate bonds, dividend-paying stocks, income mutual funds.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FF2B5BFE-428B-2C18-64F5-707948D9D97B}"/>
              </a:ext>
            </a:extLst>
          </p:cNvPr>
          <p:cNvSpPr txBox="1">
            <a:spLocks/>
          </p:cNvSpPr>
          <p:nvPr/>
        </p:nvSpPr>
        <p:spPr>
          <a:xfrm>
            <a:off x="604699" y="2033723"/>
            <a:ext cx="3224796" cy="351168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preserve capital (avoid losses).</a:t>
            </a:r>
          </a:p>
          <a:p>
            <a:r>
              <a:rPr lang="en-US" dirty="0"/>
              <a:t>When to </a:t>
            </a:r>
            <a:r>
              <a:rPr lang="en-US" dirty="0" err="1"/>
              <a:t>prioritise</a:t>
            </a:r>
            <a:r>
              <a:rPr lang="en-US" dirty="0"/>
              <a:t>: short time-horizon, emergency funds, retirement income for someone risk-averse.</a:t>
            </a:r>
          </a:p>
          <a:p>
            <a:r>
              <a:rPr lang="en-US" dirty="0"/>
              <a:t>Typical instruments: bank deposits, government small-savings, high-quality short-term bonds, insured products.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D5266E-2542-43E3-E405-A7DAEED8F60E}"/>
              </a:ext>
            </a:extLst>
          </p:cNvPr>
          <p:cNvSpPr txBox="1"/>
          <p:nvPr/>
        </p:nvSpPr>
        <p:spPr>
          <a:xfrm>
            <a:off x="685801" y="5675692"/>
            <a:ext cx="108628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Good investing usually mixes these goals — e.g., keep emergency money very safe, allocate medium-term funds to moderate products, and put long-term savings into growth assets.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672442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4B84AD7-7325-A45E-5755-EF088557F6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6907666"/>
              </p:ext>
            </p:extLst>
          </p:nvPr>
        </p:nvGraphicFramePr>
        <p:xfrm>
          <a:off x="276225" y="400111"/>
          <a:ext cx="11753850" cy="637197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24100">
                  <a:extLst>
                    <a:ext uri="{9D8B030D-6E8A-4147-A177-3AD203B41FA5}">
                      <a16:colId xmlns:a16="http://schemas.microsoft.com/office/drawing/2014/main" val="3068612317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996721637"/>
                    </a:ext>
                  </a:extLst>
                </a:gridCol>
                <a:gridCol w="5695950">
                  <a:extLst>
                    <a:ext uri="{9D8B030D-6E8A-4147-A177-3AD203B41FA5}">
                      <a16:colId xmlns:a16="http://schemas.microsoft.com/office/drawing/2014/main" val="3143666599"/>
                    </a:ext>
                  </a:extLst>
                </a:gridCol>
              </a:tblGrid>
              <a:tr h="182787"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Factor</a:t>
                      </a:r>
                      <a:endParaRPr lang="en-IN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58" marR="6558" marT="6558" marB="6558" anchor="ctr"/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What it means</a:t>
                      </a:r>
                      <a:endParaRPr lang="en-IN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58" marR="6558" marT="6558" marB="6558" anchor="ctr"/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How to assess it / practical tip</a:t>
                      </a:r>
                      <a:endParaRPr lang="en-IN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58" marR="6558" marT="6558" marB="6558" anchor="ctr"/>
                </a:tc>
                <a:extLst>
                  <a:ext uri="{0D108BD9-81ED-4DB2-BD59-A6C34878D82A}">
                    <a16:rowId xmlns:a16="http://schemas.microsoft.com/office/drawing/2014/main" val="128339953"/>
                  </a:ext>
                </a:extLst>
              </a:tr>
              <a:tr h="835103"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50" kern="100" dirty="0">
                          <a:effectLst/>
                        </a:rPr>
                        <a:t>Goal &amp; time horizon</a:t>
                      </a:r>
                      <a:endParaRPr lang="en-IN" sz="125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58" marR="6558" marT="6558" marB="655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50" kern="100">
                          <a:effectLst/>
                        </a:rPr>
                        <a:t>Why you’re saving and when you’ll need money</a:t>
                      </a:r>
                      <a:endParaRPr lang="en-IN" sz="12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58" marR="6558" marT="6558" marB="655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50" kern="100" dirty="0">
                          <a:effectLst/>
                        </a:rPr>
                        <a:t>Define the goal (e.g., “₹10 lakh for house in 5 years”). Short = 0–3 yrs, Medium = 3–7 yrs, Long = 7+ yrs. Match horizon to instrument liquidity and volatility.</a:t>
                      </a:r>
                      <a:endParaRPr lang="en-IN" sz="125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58" marR="6558" marT="6558" marB="6558" anchor="ctr"/>
                </a:tc>
                <a:extLst>
                  <a:ext uri="{0D108BD9-81ED-4DB2-BD59-A6C34878D82A}">
                    <a16:rowId xmlns:a16="http://schemas.microsoft.com/office/drawing/2014/main" val="1615899875"/>
                  </a:ext>
                </a:extLst>
              </a:tr>
              <a:tr h="705583"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50" kern="100" dirty="0">
                          <a:effectLst/>
                        </a:rPr>
                        <a:t>Risk tolerance</a:t>
                      </a:r>
                      <a:endParaRPr lang="en-IN" sz="125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58" marR="6558" marT="6558" marB="655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50" kern="100" dirty="0">
                          <a:effectLst/>
                        </a:rPr>
                        <a:t>How much loss/volatility you can stomach</a:t>
                      </a:r>
                      <a:endParaRPr lang="en-IN" sz="125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58" marR="6558" marT="6558" marB="655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50" kern="100" dirty="0">
                          <a:effectLst/>
                        </a:rPr>
                        <a:t>Ask: Could you sleep if your portfolio fell 20%? Younger investors often accept more volatility. Use a simple conservative/moderate/aggressive scale.</a:t>
                      </a:r>
                      <a:endParaRPr lang="en-IN" sz="125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58" marR="6558" marT="6558" marB="6558" anchor="ctr"/>
                </a:tc>
                <a:extLst>
                  <a:ext uri="{0D108BD9-81ED-4DB2-BD59-A6C34878D82A}">
                    <a16:rowId xmlns:a16="http://schemas.microsoft.com/office/drawing/2014/main" val="2975573304"/>
                  </a:ext>
                </a:extLst>
              </a:tr>
              <a:tr h="705583"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50" kern="100">
                          <a:effectLst/>
                        </a:rPr>
                        <a:t>Taxes</a:t>
                      </a:r>
                      <a:endParaRPr lang="en-IN" sz="12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58" marR="6558" marT="6558" marB="655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50" kern="100" dirty="0">
                          <a:effectLst/>
                        </a:rPr>
                        <a:t>How returns are taxed (interest, dividends, capital gains)</a:t>
                      </a:r>
                      <a:endParaRPr lang="en-IN" sz="125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58" marR="6558" marT="6558" marB="655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50" kern="100" dirty="0">
                          <a:effectLst/>
                        </a:rPr>
                        <a:t>Tax changes over time — know whether interest is taxed as income, capital gains taxed differently by holding period, and if tax-advantaged accounts exist.</a:t>
                      </a:r>
                      <a:endParaRPr lang="en-IN" sz="125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58" marR="6558" marT="6558" marB="6558" anchor="ctr"/>
                </a:tc>
                <a:extLst>
                  <a:ext uri="{0D108BD9-81ED-4DB2-BD59-A6C34878D82A}">
                    <a16:rowId xmlns:a16="http://schemas.microsoft.com/office/drawing/2014/main" val="3979391950"/>
                  </a:ext>
                </a:extLst>
              </a:tr>
              <a:tr h="705583"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50" kern="100">
                          <a:effectLst/>
                        </a:rPr>
                        <a:t>Liquidity</a:t>
                      </a:r>
                      <a:endParaRPr lang="en-IN" sz="12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58" marR="6558" marT="6558" marB="655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50" kern="100" dirty="0">
                          <a:effectLst/>
                        </a:rPr>
                        <a:t>How easily you can access cash without big loss</a:t>
                      </a:r>
                      <a:endParaRPr lang="en-IN" sz="125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58" marR="6558" marT="6558" marB="655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50" kern="100" dirty="0">
                          <a:effectLst/>
                        </a:rPr>
                        <a:t>High for savings/accounts, moderate for mutual funds/stocks, low for long-lock products. Keep 3–6 months of expenses in liquid form.</a:t>
                      </a:r>
                      <a:endParaRPr lang="en-IN" sz="125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58" marR="6558" marT="6558" marB="6558" anchor="ctr"/>
                </a:tc>
                <a:extLst>
                  <a:ext uri="{0D108BD9-81ED-4DB2-BD59-A6C34878D82A}">
                    <a16:rowId xmlns:a16="http://schemas.microsoft.com/office/drawing/2014/main" val="4067643378"/>
                  </a:ext>
                </a:extLst>
              </a:tr>
              <a:tr h="627044"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50" kern="100">
                          <a:effectLst/>
                        </a:rPr>
                        <a:t>Volatility</a:t>
                      </a:r>
                      <a:endParaRPr lang="en-IN" sz="12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58" marR="6558" marT="6558" marB="655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50" kern="100">
                          <a:effectLst/>
                        </a:rPr>
                        <a:t>Expected price swings of the asset</a:t>
                      </a:r>
                      <a:endParaRPr lang="en-IN" sz="12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58" marR="6558" marT="6558" marB="655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50" kern="100" dirty="0">
                          <a:effectLst/>
                        </a:rPr>
                        <a:t>Equities high, government bonds low. Check historical volatility only as a guide — not a guarantee.</a:t>
                      </a:r>
                      <a:endParaRPr lang="en-IN" sz="125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58" marR="6558" marT="6558" marB="6558" anchor="ctr"/>
                </a:tc>
                <a:extLst>
                  <a:ext uri="{0D108BD9-81ED-4DB2-BD59-A6C34878D82A}">
                    <a16:rowId xmlns:a16="http://schemas.microsoft.com/office/drawing/2014/main" val="1128176565"/>
                  </a:ext>
                </a:extLst>
              </a:tr>
              <a:tr h="705583"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50" kern="100">
                          <a:effectLst/>
                        </a:rPr>
                        <a:t>Issuer quality / credit risk</a:t>
                      </a:r>
                      <a:endParaRPr lang="en-IN" sz="12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58" marR="6558" marT="6558" marB="655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50" kern="100" dirty="0">
                          <a:effectLst/>
                        </a:rPr>
                        <a:t>Can the borrower pay interest/principal?</a:t>
                      </a:r>
                      <a:endParaRPr lang="en-IN" sz="125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58" marR="6558" marT="6558" marB="655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50" kern="100" dirty="0">
                          <a:effectLst/>
                        </a:rPr>
                        <a:t>For bonds/debentures check credit ratings, debt metrics, and for banks check deposit protection limits. Higher yield often = higher credit risk.</a:t>
                      </a:r>
                      <a:endParaRPr lang="en-IN" sz="125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58" marR="6558" marT="6558" marB="6558" anchor="ctr"/>
                </a:tc>
                <a:extLst>
                  <a:ext uri="{0D108BD9-81ED-4DB2-BD59-A6C34878D82A}">
                    <a16:rowId xmlns:a16="http://schemas.microsoft.com/office/drawing/2014/main" val="3380173691"/>
                  </a:ext>
                </a:extLst>
              </a:tr>
              <a:tr h="471462"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50" kern="100">
                          <a:effectLst/>
                        </a:rPr>
                        <a:t>Fees &amp; charges</a:t>
                      </a:r>
                      <a:endParaRPr lang="en-IN" sz="12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58" marR="6558" marT="6558" marB="655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50" kern="100" dirty="0">
                          <a:effectLst/>
                        </a:rPr>
                        <a:t>Expense ratios, loads, broker fees, exit penalties</a:t>
                      </a:r>
                      <a:endParaRPr lang="en-IN" sz="125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58" marR="6558" marT="6558" marB="655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50" kern="100" dirty="0">
                          <a:effectLst/>
                        </a:rPr>
                        <a:t>Even small fees compound over time. Prefer low-cost options when possible.</a:t>
                      </a:r>
                      <a:endParaRPr lang="en-IN" sz="125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58" marR="6558" marT="6558" marB="6558" anchor="ctr"/>
                </a:tc>
                <a:extLst>
                  <a:ext uri="{0D108BD9-81ED-4DB2-BD59-A6C34878D82A}">
                    <a16:rowId xmlns:a16="http://schemas.microsoft.com/office/drawing/2014/main" val="815229170"/>
                  </a:ext>
                </a:extLst>
              </a:tr>
              <a:tr h="471462"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50" kern="100">
                          <a:effectLst/>
                        </a:rPr>
                        <a:t>Inflation risk</a:t>
                      </a:r>
                      <a:endParaRPr lang="en-IN" sz="12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58" marR="6558" marT="6558" marB="655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50" kern="100">
                          <a:effectLst/>
                        </a:rPr>
                        <a:t>Will returns outpace inflation?</a:t>
                      </a:r>
                      <a:endParaRPr lang="en-IN" sz="12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58" marR="6558" marT="6558" marB="655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50" kern="100" dirty="0">
                          <a:effectLst/>
                        </a:rPr>
                        <a:t>Compare expected real returns (return − inflation). Fixed nominal returns can be eroded by inflation.</a:t>
                      </a:r>
                      <a:endParaRPr lang="en-IN" sz="125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58" marR="6558" marT="6558" marB="6558" anchor="ctr"/>
                </a:tc>
                <a:extLst>
                  <a:ext uri="{0D108BD9-81ED-4DB2-BD59-A6C34878D82A}">
                    <a16:rowId xmlns:a16="http://schemas.microsoft.com/office/drawing/2014/main" val="2604675623"/>
                  </a:ext>
                </a:extLst>
              </a:tr>
              <a:tr h="471462"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50" kern="100" dirty="0">
                          <a:effectLst/>
                        </a:rPr>
                        <a:t>Currency / geopolitical risk</a:t>
                      </a:r>
                      <a:endParaRPr lang="en-IN" sz="125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58" marR="6558" marT="6558" marB="655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50" kern="100">
                          <a:effectLst/>
                        </a:rPr>
                        <a:t>For foreign assets or long maturities</a:t>
                      </a:r>
                      <a:endParaRPr lang="en-IN" sz="12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58" marR="6558" marT="6558" marB="655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50" kern="100" dirty="0">
                          <a:effectLst/>
                        </a:rPr>
                        <a:t>Consider currency swings and country risk for foreign investments or long-dated bonds.</a:t>
                      </a:r>
                      <a:endParaRPr lang="en-IN" sz="125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58" marR="6558" marT="6558" marB="6558" anchor="ctr"/>
                </a:tc>
                <a:extLst>
                  <a:ext uri="{0D108BD9-81ED-4DB2-BD59-A6C34878D82A}">
                    <a16:rowId xmlns:a16="http://schemas.microsoft.com/office/drawing/2014/main" val="2954252553"/>
                  </a:ext>
                </a:extLst>
              </a:tr>
              <a:tr h="471462"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50" kern="100" dirty="0">
                          <a:effectLst/>
                        </a:rPr>
                        <a:t>Reinvestment &amp; interest-rate risk</a:t>
                      </a:r>
                      <a:endParaRPr lang="en-IN" sz="125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58" marR="6558" marT="6558" marB="655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50" kern="100">
                          <a:effectLst/>
                        </a:rPr>
                        <a:t>Can you reinvest coupons at the same rate?</a:t>
                      </a:r>
                      <a:endParaRPr lang="en-IN" sz="12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58" marR="6558" marT="6558" marB="655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50" kern="100" dirty="0">
                          <a:effectLst/>
                        </a:rPr>
                        <a:t>Rising/falling interest rates affect bond prices and reinvestment yields.</a:t>
                      </a:r>
                      <a:endParaRPr lang="en-IN" sz="125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58" marR="6558" marT="6558" marB="6558" anchor="ctr"/>
                </a:tc>
                <a:extLst>
                  <a:ext uri="{0D108BD9-81ED-4DB2-BD59-A6C34878D82A}">
                    <a16:rowId xmlns:a16="http://schemas.microsoft.com/office/drawing/2014/main" val="395987551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6FDA9AB-C707-2CF6-807A-850AFAB55DC5}"/>
              </a:ext>
            </a:extLst>
          </p:cNvPr>
          <p:cNvSpPr txBox="1"/>
          <p:nvPr/>
        </p:nvSpPr>
        <p:spPr>
          <a:xfrm>
            <a:off x="2075233" y="0"/>
            <a:ext cx="76524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Before choosing an instrument — the checklist (what to weigh and how)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53439816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3A68D-FF4B-CD6F-2F04-6857E917A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Step-by-step decision framework (practical)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3525B-523B-FA39-20A2-C9D70916D5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Write down the goal and exact time horizon</a:t>
            </a:r>
            <a:r>
              <a:rPr lang="en-US" sz="2000" dirty="0"/>
              <a:t> (amount &amp; date).</a:t>
            </a:r>
          </a:p>
          <a:p>
            <a:r>
              <a:rPr lang="en-US" sz="2000" b="1" dirty="0"/>
              <a:t>Estimate the required return</a:t>
            </a:r>
            <a:r>
              <a:rPr lang="en-US" sz="2000" dirty="0"/>
              <a:t> to meet that goal (use a future-value calc).</a:t>
            </a:r>
          </a:p>
          <a:p>
            <a:r>
              <a:rPr lang="en-US" sz="2000" b="1" dirty="0"/>
              <a:t>Decide your risk bucket</a:t>
            </a:r>
            <a:r>
              <a:rPr lang="en-US" sz="2000" dirty="0"/>
              <a:t> (Conservative / Balanced / Aggressive).</a:t>
            </a:r>
          </a:p>
          <a:p>
            <a:r>
              <a:rPr lang="en-US" sz="2000" b="1" dirty="0"/>
              <a:t>Shortlist instruments</a:t>
            </a:r>
            <a:r>
              <a:rPr lang="en-US" sz="2000" dirty="0"/>
              <a:t> that match horizon and risk </a:t>
            </a:r>
          </a:p>
          <a:p>
            <a:r>
              <a:rPr lang="en-US" sz="2000" b="1" dirty="0"/>
              <a:t>Run the instrument checklist</a:t>
            </a:r>
            <a:r>
              <a:rPr lang="en-US" sz="2000" dirty="0"/>
              <a:t> (liquidity, tax, fees, issuer quality).</a:t>
            </a:r>
          </a:p>
          <a:p>
            <a:r>
              <a:rPr lang="en-US" sz="2000" b="1" dirty="0"/>
              <a:t>Choose allocation &amp; diversify</a:t>
            </a:r>
            <a:r>
              <a:rPr lang="en-US" sz="2000" dirty="0"/>
              <a:t> (don’t put everything in one place).</a:t>
            </a:r>
          </a:p>
          <a:p>
            <a:r>
              <a:rPr lang="en-US" sz="2000" b="1" dirty="0"/>
              <a:t>Implement</a:t>
            </a:r>
            <a:r>
              <a:rPr lang="en-US" sz="2000" dirty="0"/>
              <a:t> (transfer money/buy units) and </a:t>
            </a:r>
            <a:r>
              <a:rPr lang="en-US" sz="2000" b="1" dirty="0"/>
              <a:t>set review dates</a:t>
            </a:r>
            <a:r>
              <a:rPr lang="en-US" sz="2000" dirty="0"/>
              <a:t> (every 6–12 months).</a:t>
            </a:r>
          </a:p>
          <a:p>
            <a:r>
              <a:rPr lang="en-US" sz="2000" b="1" dirty="0"/>
              <a:t>Rebalance</a:t>
            </a:r>
            <a:r>
              <a:rPr lang="en-US" sz="2000" dirty="0"/>
              <a:t> when allocations drift beyond your tolerance (e.g., ±5–10%).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3519148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7EF67-403F-1C3B-04CC-FB215E064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Choosing Instruments by Investment Horizon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10151F-85FF-C742-21DD-3BCFEC31AE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Emergency / very short (0–6 months): savings account, liquid mutual funds, ultra short-term debt.</a:t>
            </a:r>
          </a:p>
          <a:p>
            <a:r>
              <a:rPr lang="en-US" sz="2000" dirty="0"/>
              <a:t>Short (6 months – 3 years): short FDs, short-term debt funds, NSC or similar (if tax/lock-in acceptable).</a:t>
            </a:r>
          </a:p>
          <a:p>
            <a:r>
              <a:rPr lang="en-US" sz="2000" dirty="0"/>
              <a:t>Medium (3 – 7 years): mix of debt (G-secs, corporate bonds) + conservative equity exposure (balanced or hybrid funds).</a:t>
            </a:r>
          </a:p>
          <a:p>
            <a:r>
              <a:rPr lang="en-US" sz="2000" dirty="0"/>
              <a:t>Long (7+ years): equity funds/stocks, PPF/NPS (where available), SGBs/long duration bonds for diversification.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78325062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72EBF-B74E-AE75-58E9-D0A89FB05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764" y="190500"/>
            <a:ext cx="10734471" cy="809625"/>
          </a:xfrm>
        </p:spPr>
        <p:txBody>
          <a:bodyPr/>
          <a:lstStyle/>
          <a:p>
            <a:r>
              <a:rPr lang="en-IN" dirty="0"/>
              <a:t>General Guidelines for Investment Allocations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7C7CD-8955-B676-EB18-B59234146F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066800"/>
            <a:ext cx="10131425" cy="5600699"/>
          </a:xfrm>
        </p:spPr>
        <p:txBody>
          <a:bodyPr>
            <a:normAutofit fontScale="92500"/>
          </a:bodyPr>
          <a:lstStyle/>
          <a:p>
            <a:r>
              <a:rPr lang="en-US" sz="2400" dirty="0"/>
              <a:t>Conservative (e.g., retiree needing stability): 70–80% safe income (FD/PPF/high-quality bonds) + 20–30% low-volatility equities or balanced funds.</a:t>
            </a:r>
          </a:p>
          <a:p>
            <a:r>
              <a:rPr lang="en-US" sz="2400" dirty="0"/>
              <a:t>Balanced / Moderate (e.g., family saving for house/college): 40–60% debt (short/medium) + 40–60% equities (mix of index + active funds).</a:t>
            </a:r>
          </a:p>
          <a:p>
            <a:r>
              <a:rPr lang="en-US" sz="2400" dirty="0"/>
              <a:t>Aggressive (young investor, long horizon): 70–90% equities/equity funds + 10–30% fixed income for buffer.</a:t>
            </a:r>
          </a:p>
          <a:p>
            <a:r>
              <a:rPr lang="en-US" sz="2400" dirty="0"/>
              <a:t>Examples:</a:t>
            </a:r>
          </a:p>
          <a:p>
            <a:pPr marL="457200" lvl="1" indent="0">
              <a:buNone/>
            </a:pPr>
            <a:r>
              <a:rPr lang="en-US" sz="2200" dirty="0"/>
              <a:t>A. Saving for a house down-payment in 4 years (moderate risk):</a:t>
            </a:r>
          </a:p>
          <a:p>
            <a:pPr lvl="2"/>
            <a:r>
              <a:rPr lang="en-US" sz="2000" dirty="0"/>
              <a:t>Keep emergency fund separate (3–6 months). For the house fund: heavier in short/medium debt (short FDs, short-term debt funds, some PPF or NSC if lock-in ok) + small equity allocation (10–20%) to try to beat inflation.</a:t>
            </a:r>
          </a:p>
          <a:p>
            <a:pPr marL="457200" lvl="1" indent="0">
              <a:buNone/>
            </a:pPr>
            <a:r>
              <a:rPr lang="en-US" sz="2200" dirty="0"/>
              <a:t>B. Building retirement starting at age 30 with 30+ years horizon (higher risk tolerance):</a:t>
            </a:r>
          </a:p>
          <a:p>
            <a:pPr lvl="2"/>
            <a:r>
              <a:rPr lang="en-US" sz="2000" dirty="0"/>
              <a:t>Larger equity allocation (60–80% in diversified equity funds/index funds), remainder in PPF/NPS for tax benefit + some bonds/FDs to reduce volatility as retirement approaches.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49019910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AE4D3F3-AD80-FFCB-ABD9-5830FC1995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975" y="228600"/>
            <a:ext cx="9601200" cy="628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59210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0CBAE-7497-A763-CD61-9CCC2705C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Investment Options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658E5FD-0F97-D183-964E-2521F8E5E9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43027" y="2276475"/>
            <a:ext cx="4995334" cy="3649134"/>
          </a:xfrm>
        </p:spPr>
        <p:txBody>
          <a:bodyPr>
            <a:no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rPr lang="en-IN" sz="1600" dirty="0">
                <a:solidFill>
                  <a:schemeClr val="tx1">
                    <a:lumMod val="95000"/>
                  </a:schemeClr>
                </a:solidFill>
              </a:rPr>
              <a:t>Safe &amp; Fixed Income</a:t>
            </a:r>
          </a:p>
          <a:p>
            <a:pPr lvl="1">
              <a:defRPr sz="1400"/>
            </a:pPr>
            <a:r>
              <a:rPr lang="en-IN" dirty="0"/>
              <a:t>- Recurring Deposit (RD)</a:t>
            </a:r>
          </a:p>
          <a:p>
            <a:pPr lvl="1">
              <a:defRPr sz="1400"/>
            </a:pPr>
            <a:r>
              <a:rPr lang="en-IN" dirty="0"/>
              <a:t>- Fixed Deposit (FD)</a:t>
            </a:r>
          </a:p>
          <a:p>
            <a:pPr>
              <a:defRPr sz="1800" b="1">
                <a:solidFill>
                  <a:srgbClr val="003366"/>
                </a:solidFill>
              </a:defRPr>
            </a:pPr>
            <a:r>
              <a:rPr lang="en-IN" sz="1600" dirty="0">
                <a:solidFill>
                  <a:schemeClr val="tx1">
                    <a:lumMod val="95000"/>
                  </a:schemeClr>
                </a:solidFill>
              </a:rPr>
              <a:t>Govt. Social Security Schemes</a:t>
            </a:r>
          </a:p>
          <a:p>
            <a:pPr lvl="1">
              <a:defRPr sz="1400"/>
            </a:pPr>
            <a:r>
              <a:rPr lang="en-IN" dirty="0"/>
              <a:t>- Atal Pension Yojana (APY)</a:t>
            </a:r>
          </a:p>
          <a:p>
            <a:pPr lvl="1">
              <a:defRPr sz="1400"/>
            </a:pPr>
            <a:r>
              <a:rPr lang="en-IN" dirty="0"/>
              <a:t>- Pradhan Mantri Jan Dhan Yojana (PMJDY)</a:t>
            </a:r>
          </a:p>
          <a:p>
            <a:pPr lvl="1">
              <a:defRPr sz="1400"/>
            </a:pPr>
            <a:r>
              <a:rPr lang="en-IN" dirty="0"/>
              <a:t>- Sukanya Samriddhi Yojana (SSY)</a:t>
            </a:r>
          </a:p>
          <a:p>
            <a:pPr lvl="1">
              <a:defRPr sz="1400"/>
            </a:pPr>
            <a:r>
              <a:rPr lang="en-IN" dirty="0"/>
              <a:t>- Public Provident Fund (PPF)</a:t>
            </a:r>
          </a:p>
          <a:p>
            <a:pPr lvl="1">
              <a:defRPr sz="1400"/>
            </a:pPr>
            <a:r>
              <a:rPr lang="en-IN" dirty="0"/>
              <a:t>- National Pension System (NPS)</a:t>
            </a:r>
          </a:p>
          <a:p>
            <a:pPr lvl="1">
              <a:defRPr sz="1400"/>
            </a:pPr>
            <a:r>
              <a:rPr lang="en-IN" dirty="0"/>
              <a:t>- Pradhan Mantri Vaya Vandana Yojana (PMVVY)</a:t>
            </a:r>
          </a:p>
          <a:p>
            <a:pPr lvl="1">
              <a:defRPr sz="1400"/>
            </a:pPr>
            <a:r>
              <a:rPr lang="en-IN" dirty="0"/>
              <a:t>- National Savings Certificate (NSC)</a:t>
            </a:r>
          </a:p>
          <a:p>
            <a:pPr lvl="1">
              <a:defRPr sz="1400"/>
            </a:pPr>
            <a:r>
              <a:rPr lang="en-IN" dirty="0"/>
              <a:t>- Sovereign Gold Bonds (SGBs)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298633-8E82-5442-312E-B2385259DD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72816" y="2276475"/>
            <a:ext cx="4995332" cy="3971925"/>
          </a:xfrm>
        </p:spPr>
        <p:txBody>
          <a:bodyPr>
            <a:normAutofit fontScale="70000" lnSpcReduction="20000"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rPr lang="en-US" sz="2300" dirty="0">
                <a:solidFill>
                  <a:schemeClr val="tx1">
                    <a:lumMod val="95000"/>
                  </a:schemeClr>
                </a:solidFill>
              </a:rPr>
              <a:t>Government Securities</a:t>
            </a:r>
          </a:p>
          <a:p>
            <a:pPr lvl="1">
              <a:defRPr sz="1400"/>
            </a:pPr>
            <a:r>
              <a:rPr lang="en-US" sz="2300" dirty="0"/>
              <a:t>- Treasury Bills</a:t>
            </a:r>
          </a:p>
          <a:p>
            <a:pPr lvl="1">
              <a:defRPr sz="1400"/>
            </a:pPr>
            <a:r>
              <a:rPr lang="en-US" sz="2300" dirty="0"/>
              <a:t>- Govt. Bonds</a:t>
            </a:r>
          </a:p>
          <a:p>
            <a:pPr>
              <a:defRPr sz="1800" b="1">
                <a:solidFill>
                  <a:srgbClr val="003366"/>
                </a:solidFill>
              </a:defRPr>
            </a:pPr>
            <a:r>
              <a:rPr lang="en-US" sz="2300" dirty="0">
                <a:solidFill>
                  <a:schemeClr val="tx1">
                    <a:lumMod val="95000"/>
                  </a:schemeClr>
                </a:solidFill>
              </a:rPr>
              <a:t>Corporate Debt</a:t>
            </a:r>
          </a:p>
          <a:p>
            <a:pPr lvl="1">
              <a:defRPr sz="1400"/>
            </a:pPr>
            <a:r>
              <a:rPr lang="en-US" sz="2300" dirty="0"/>
              <a:t>- Bonds (Secured)</a:t>
            </a:r>
          </a:p>
          <a:p>
            <a:pPr lvl="1">
              <a:defRPr sz="1400"/>
            </a:pPr>
            <a:r>
              <a:rPr lang="en-US" sz="2300" dirty="0"/>
              <a:t>- Debentures (Unsecured)</a:t>
            </a:r>
          </a:p>
          <a:p>
            <a:pPr>
              <a:defRPr sz="1800" b="1">
                <a:solidFill>
                  <a:srgbClr val="003366"/>
                </a:solidFill>
              </a:defRPr>
            </a:pPr>
            <a:r>
              <a:rPr lang="en-US" sz="2300" dirty="0">
                <a:solidFill>
                  <a:schemeClr val="tx1">
                    <a:lumMod val="95000"/>
                  </a:schemeClr>
                </a:solidFill>
              </a:rPr>
              <a:t>Employee / Retirement Savings</a:t>
            </a:r>
          </a:p>
          <a:p>
            <a:pPr lvl="1">
              <a:defRPr sz="1400"/>
            </a:pPr>
            <a:r>
              <a:rPr lang="en-US" sz="2300" dirty="0"/>
              <a:t>- Provident Fund (EPF/VPF)</a:t>
            </a:r>
          </a:p>
          <a:p>
            <a:pPr>
              <a:defRPr sz="1800" b="1">
                <a:solidFill>
                  <a:srgbClr val="003366"/>
                </a:solidFill>
              </a:defRPr>
            </a:pPr>
            <a:r>
              <a:rPr lang="en-US" sz="2300" dirty="0">
                <a:solidFill>
                  <a:schemeClr val="tx1">
                    <a:lumMod val="95000"/>
                  </a:schemeClr>
                </a:solidFill>
              </a:rPr>
              <a:t>Market-linked</a:t>
            </a:r>
          </a:p>
          <a:p>
            <a:pPr lvl="1">
              <a:defRPr sz="1400"/>
            </a:pPr>
            <a:r>
              <a:rPr lang="en-US" sz="2300" dirty="0"/>
              <a:t>- Mutual Funds</a:t>
            </a:r>
          </a:p>
          <a:p>
            <a:pPr lvl="1">
              <a:defRPr sz="1400"/>
            </a:pPr>
            <a:r>
              <a:rPr lang="en-US" sz="2300" dirty="0"/>
              <a:t>- Gold ETFs</a:t>
            </a:r>
          </a:p>
          <a:p>
            <a:pPr lvl="1">
              <a:defRPr sz="1400"/>
            </a:pPr>
            <a:r>
              <a:rPr lang="en-US" sz="2300" dirty="0"/>
              <a:t>- Stocks (Equity)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819702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DFB3EF7-BC85-E546-C204-F3E828C618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26023"/>
              </p:ext>
            </p:extLst>
          </p:nvPr>
        </p:nvGraphicFramePr>
        <p:xfrm>
          <a:off x="1139825" y="1019176"/>
          <a:ext cx="9912350" cy="5229224"/>
        </p:xfrm>
        <a:graphic>
          <a:graphicData uri="http://schemas.openxmlformats.org/drawingml/2006/table">
            <a:tbl>
              <a:tblPr firstRow="1" firstCol="1" bandRow="1"/>
              <a:tblGrid>
                <a:gridCol w="1416050">
                  <a:extLst>
                    <a:ext uri="{9D8B030D-6E8A-4147-A177-3AD203B41FA5}">
                      <a16:colId xmlns:a16="http://schemas.microsoft.com/office/drawing/2014/main" val="2715913712"/>
                    </a:ext>
                  </a:extLst>
                </a:gridCol>
                <a:gridCol w="1416050">
                  <a:extLst>
                    <a:ext uri="{9D8B030D-6E8A-4147-A177-3AD203B41FA5}">
                      <a16:colId xmlns:a16="http://schemas.microsoft.com/office/drawing/2014/main" val="322430132"/>
                    </a:ext>
                  </a:extLst>
                </a:gridCol>
                <a:gridCol w="1416050">
                  <a:extLst>
                    <a:ext uri="{9D8B030D-6E8A-4147-A177-3AD203B41FA5}">
                      <a16:colId xmlns:a16="http://schemas.microsoft.com/office/drawing/2014/main" val="2791486166"/>
                    </a:ext>
                  </a:extLst>
                </a:gridCol>
                <a:gridCol w="1416050">
                  <a:extLst>
                    <a:ext uri="{9D8B030D-6E8A-4147-A177-3AD203B41FA5}">
                      <a16:colId xmlns:a16="http://schemas.microsoft.com/office/drawing/2014/main" val="356725443"/>
                    </a:ext>
                  </a:extLst>
                </a:gridCol>
                <a:gridCol w="1416050">
                  <a:extLst>
                    <a:ext uri="{9D8B030D-6E8A-4147-A177-3AD203B41FA5}">
                      <a16:colId xmlns:a16="http://schemas.microsoft.com/office/drawing/2014/main" val="2178893698"/>
                    </a:ext>
                  </a:extLst>
                </a:gridCol>
                <a:gridCol w="1416050">
                  <a:extLst>
                    <a:ext uri="{9D8B030D-6E8A-4147-A177-3AD203B41FA5}">
                      <a16:colId xmlns:a16="http://schemas.microsoft.com/office/drawing/2014/main" val="2261088401"/>
                    </a:ext>
                  </a:extLst>
                </a:gridCol>
                <a:gridCol w="1416050">
                  <a:extLst>
                    <a:ext uri="{9D8B030D-6E8A-4147-A177-3AD203B41FA5}">
                      <a16:colId xmlns:a16="http://schemas.microsoft.com/office/drawing/2014/main" val="652164962"/>
                    </a:ext>
                  </a:extLst>
                </a:gridCol>
              </a:tblGrid>
              <a:tr h="1074662"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Category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Instrument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Tenure / Lock-in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Returns / Interest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Tax Treatment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Liquidity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Suitable For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7316667"/>
                  </a:ext>
                </a:extLst>
              </a:tr>
              <a:tr h="2077281"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Safe &amp; Fixed Income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Recurring Deposit (RD)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6 months – 10 years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Fixed, compound quarterly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Interest taxable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Premature withdrawal allowed with penalty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Small, regular savers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6942537"/>
                  </a:ext>
                </a:extLst>
              </a:tr>
              <a:tr h="2077281"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buNone/>
                      </a:pPr>
                      <a:endParaRPr lang="en-IN" sz="18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Fixed Deposit (FD)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7 days – 10 years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Fixed, compound quarterly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Interest taxable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Premature withdrawal allowed with penalty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Lump sum investors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03610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663599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DC116B5-6ED2-EF53-CFE5-6DD177F0A7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9683984"/>
              </p:ext>
            </p:extLst>
          </p:nvPr>
        </p:nvGraphicFramePr>
        <p:xfrm>
          <a:off x="659859" y="158219"/>
          <a:ext cx="10661519" cy="6541561"/>
        </p:xfrm>
        <a:graphic>
          <a:graphicData uri="http://schemas.openxmlformats.org/drawingml/2006/table">
            <a:tbl>
              <a:tblPr firstRow="1" firstCol="1" bandRow="1"/>
              <a:tblGrid>
                <a:gridCol w="1654716">
                  <a:extLst>
                    <a:ext uri="{9D8B030D-6E8A-4147-A177-3AD203B41FA5}">
                      <a16:colId xmlns:a16="http://schemas.microsoft.com/office/drawing/2014/main" val="331165380"/>
                    </a:ext>
                  </a:extLst>
                </a:gridCol>
                <a:gridCol w="1771650">
                  <a:extLst>
                    <a:ext uri="{9D8B030D-6E8A-4147-A177-3AD203B41FA5}">
                      <a16:colId xmlns:a16="http://schemas.microsoft.com/office/drawing/2014/main" val="3924752405"/>
                    </a:ext>
                  </a:extLst>
                </a:gridCol>
                <a:gridCol w="1571625">
                  <a:extLst>
                    <a:ext uri="{9D8B030D-6E8A-4147-A177-3AD203B41FA5}">
                      <a16:colId xmlns:a16="http://schemas.microsoft.com/office/drawing/2014/main" val="3651499133"/>
                    </a:ext>
                  </a:extLst>
                </a:gridCol>
                <a:gridCol w="1600301">
                  <a:extLst>
                    <a:ext uri="{9D8B030D-6E8A-4147-A177-3AD203B41FA5}">
                      <a16:colId xmlns:a16="http://schemas.microsoft.com/office/drawing/2014/main" val="3624300545"/>
                    </a:ext>
                  </a:extLst>
                </a:gridCol>
                <a:gridCol w="1354409">
                  <a:extLst>
                    <a:ext uri="{9D8B030D-6E8A-4147-A177-3AD203B41FA5}">
                      <a16:colId xmlns:a16="http://schemas.microsoft.com/office/drawing/2014/main" val="1899952455"/>
                    </a:ext>
                  </a:extLst>
                </a:gridCol>
                <a:gridCol w="1354409">
                  <a:extLst>
                    <a:ext uri="{9D8B030D-6E8A-4147-A177-3AD203B41FA5}">
                      <a16:colId xmlns:a16="http://schemas.microsoft.com/office/drawing/2014/main" val="2850537028"/>
                    </a:ext>
                  </a:extLst>
                </a:gridCol>
                <a:gridCol w="1354409">
                  <a:extLst>
                    <a:ext uri="{9D8B030D-6E8A-4147-A177-3AD203B41FA5}">
                      <a16:colId xmlns:a16="http://schemas.microsoft.com/office/drawing/2014/main" val="96456298"/>
                    </a:ext>
                  </a:extLst>
                </a:gridCol>
              </a:tblGrid>
              <a:tr h="805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2631" marR="2631" marT="2631" marB="26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3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31" marR="2631" marT="2631" marB="26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2631" marR="2631" marT="2631" marB="26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2631" marR="2631" marT="2631" marB="26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2631" marR="2631" marT="2631" marB="26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2631" marR="2631" marT="2631" marB="26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2631" marR="2631" marT="2631" marB="26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7887825"/>
                  </a:ext>
                </a:extLst>
              </a:tr>
              <a:tr h="2269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Category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Instrument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Tenure / Lock-in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Returns / Interest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Tax Treatment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Liquidity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Suitable For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0080010"/>
                  </a:ext>
                </a:extLst>
              </a:tr>
              <a:tr h="682093"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Govt. Social Security Schemes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31" marR="2631" marT="2631" marB="26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Atal Pension Yojana (APY)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31" marR="2631" marT="2631" marB="26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Till 60 years of age</a:t>
                      </a:r>
                    </a:p>
                  </a:txBody>
                  <a:tcPr marL="2631" marR="2631" marT="2631" marB="26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Pension ₹1,000–₹5,000/month (guaranteed)</a:t>
                      </a:r>
                    </a:p>
                  </a:txBody>
                  <a:tcPr marL="2631" marR="2631" marT="2631" marB="26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80C deduction</a:t>
                      </a:r>
                    </a:p>
                  </a:txBody>
                  <a:tcPr marL="2631" marR="2631" marT="2631" marB="26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No premature exit (except death/illness)</a:t>
                      </a:r>
                    </a:p>
                  </a:txBody>
                  <a:tcPr marL="2631" marR="2631" marT="2631" marB="26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Unorganized sector workers</a:t>
                      </a:r>
                    </a:p>
                  </a:txBody>
                  <a:tcPr marL="2631" marR="2631" marT="2631" marB="26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8047794"/>
                  </a:ext>
                </a:extLst>
              </a:tr>
              <a:tr h="682093"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buNone/>
                      </a:pPr>
                      <a:endParaRPr lang="en-IN" sz="14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2631" marR="2631" marT="2631" marB="26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Pradhan Mantri Jan Dhan Yojana (PMJDY)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31" marR="2631" marT="2631" marB="26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No tenure</a:t>
                      </a:r>
                    </a:p>
                  </a:txBody>
                  <a:tcPr marL="2631" marR="2631" marT="2631" marB="26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Basic savings, OD facility</a:t>
                      </a:r>
                    </a:p>
                  </a:txBody>
                  <a:tcPr marL="2631" marR="2631" marT="2631" marB="26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Linked benefits under 80C for policies</a:t>
                      </a:r>
                    </a:p>
                  </a:txBody>
                  <a:tcPr marL="2631" marR="2631" marT="2631" marB="26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High (zero balance account)</a:t>
                      </a:r>
                    </a:p>
                  </a:txBody>
                  <a:tcPr marL="2631" marR="2631" marT="2631" marB="26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First-time account holders</a:t>
                      </a:r>
                    </a:p>
                  </a:txBody>
                  <a:tcPr marL="2631" marR="2631" marT="2631" marB="26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9034863"/>
                  </a:ext>
                </a:extLst>
              </a:tr>
              <a:tr h="757281"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buNone/>
                      </a:pPr>
                      <a:endParaRPr lang="en-IN" sz="14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2631" marR="2631" marT="2631" marB="26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Sukanya Samriddhi Yojana (SSY)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31" marR="2631" marT="2631" marB="26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21 years (15 yrs deposit + maturity)</a:t>
                      </a:r>
                    </a:p>
                  </a:txBody>
                  <a:tcPr marL="2631" marR="2631" marT="2631" marB="26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Govt. notified (highest among small savings)</a:t>
                      </a:r>
                    </a:p>
                  </a:txBody>
                  <a:tcPr marL="2631" marR="2631" marT="2631" marB="26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80C deduction, maturity tax-free</a:t>
                      </a:r>
                    </a:p>
                  </a:txBody>
                  <a:tcPr marL="2631" marR="2631" marT="2631" marB="26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Partial withdrawal allowed for education</a:t>
                      </a:r>
                    </a:p>
                  </a:txBody>
                  <a:tcPr marL="2631" marR="2631" marT="2631" marB="26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Parents of girl child</a:t>
                      </a:r>
                    </a:p>
                  </a:txBody>
                  <a:tcPr marL="2631" marR="2631" marT="2631" marB="26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1272999"/>
                  </a:ext>
                </a:extLst>
              </a:tr>
              <a:tr h="880167"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buNone/>
                      </a:pPr>
                      <a:endParaRPr lang="en-IN" sz="1400" kern="10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2631" marR="2631" marT="2631" marB="26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Public Provident Fund (PPF)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31" marR="2631" marT="2631" marB="26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15 years (extendable by 5 yrs)</a:t>
                      </a:r>
                    </a:p>
                  </a:txBody>
                  <a:tcPr marL="2631" marR="2631" marT="2631" marB="26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Govt. notified (safe, compounding)</a:t>
                      </a:r>
                    </a:p>
                  </a:txBody>
                  <a:tcPr marL="2631" marR="2631" marT="2631" marB="26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Full EEE (contribution, growth, maturity tax-free)</a:t>
                      </a:r>
                    </a:p>
                  </a:txBody>
                  <a:tcPr marL="2631" marR="2631" marT="2631" marB="26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Limited partial withdrawals</a:t>
                      </a:r>
                    </a:p>
                  </a:txBody>
                  <a:tcPr marL="2631" marR="2631" marT="2631" marB="26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Long-term wealth building</a:t>
                      </a:r>
                    </a:p>
                  </a:txBody>
                  <a:tcPr marL="2631" marR="2631" marT="2631" marB="26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331064"/>
                  </a:ext>
                </a:extLst>
              </a:tr>
              <a:tr h="531716"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buNone/>
                      </a:pPr>
                      <a:endParaRPr lang="en-IN" sz="14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2631" marR="2631" marT="2631" marB="26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National Pension System (NPS)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31" marR="2631" marT="2631" marB="26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Till 60 years</a:t>
                      </a:r>
                    </a:p>
                  </a:txBody>
                  <a:tcPr marL="2631" marR="2631" marT="2631" marB="26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Market-linked (equity + debt mix)</a:t>
                      </a:r>
                    </a:p>
                  </a:txBody>
                  <a:tcPr marL="2631" marR="2631" marT="2631" marB="26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80C + extra ₹50,000 under 80CCD(1B)</a:t>
                      </a:r>
                    </a:p>
                  </a:txBody>
                  <a:tcPr marL="2631" marR="2631" marT="2631" marB="26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Partial withdrawal after 10 yrs</a:t>
                      </a:r>
                    </a:p>
                  </a:txBody>
                  <a:tcPr marL="2631" marR="2631" marT="2631" marB="26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Retirement corpus building</a:t>
                      </a:r>
                    </a:p>
                  </a:txBody>
                  <a:tcPr marL="2631" marR="2631" marT="2631" marB="26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136062"/>
                  </a:ext>
                </a:extLst>
              </a:tr>
              <a:tr h="757281"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buNone/>
                      </a:pPr>
                      <a:endParaRPr lang="en-IN" sz="1400" kern="10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2631" marR="2631" marT="2631" marB="26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Pradhan Mantri Vaya Vandana Yojana (PMVVY)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31" marR="2631" marT="2631" marB="26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10 years</a:t>
                      </a:r>
                    </a:p>
                  </a:txBody>
                  <a:tcPr marL="2631" marR="2631" marT="2631" marB="26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8% pension payout</a:t>
                      </a:r>
                    </a:p>
                  </a:txBody>
                  <a:tcPr marL="2631" marR="2631" marT="2631" marB="26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Taxable</a:t>
                      </a:r>
                    </a:p>
                  </a:txBody>
                  <a:tcPr marL="2631" marR="2631" marT="2631" marB="26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Surrender allowed in illness; loan after 3 yrs</a:t>
                      </a:r>
                    </a:p>
                  </a:txBody>
                  <a:tcPr marL="2631" marR="2631" marT="2631" marB="26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Senior citizens (60+)</a:t>
                      </a:r>
                    </a:p>
                  </a:txBody>
                  <a:tcPr marL="2631" marR="2631" marT="2631" marB="26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1444188"/>
                  </a:ext>
                </a:extLst>
              </a:tr>
              <a:tr h="880167"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buNone/>
                      </a:pPr>
                      <a:endParaRPr lang="en-IN" sz="14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2631" marR="2631" marT="2631" marB="26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National Savings Certificate (NSC)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31" marR="2631" marT="2631" marB="26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5 years</a:t>
                      </a:r>
                    </a:p>
                  </a:txBody>
                  <a:tcPr marL="2631" marR="2631" marT="2631" marB="26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Fixed (Govt. notified)</a:t>
                      </a:r>
                    </a:p>
                  </a:txBody>
                  <a:tcPr marL="2631" marR="2631" marT="2631" marB="26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80C deduction; interest taxable</a:t>
                      </a:r>
                    </a:p>
                  </a:txBody>
                  <a:tcPr marL="2631" marR="2631" marT="2631" marB="26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Low (premature encashment only under special cases)</a:t>
                      </a:r>
                    </a:p>
                  </a:txBody>
                  <a:tcPr marL="2631" marR="2631" marT="2631" marB="26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Conservative, medium-term goals</a:t>
                      </a:r>
                    </a:p>
                  </a:txBody>
                  <a:tcPr marL="2631" marR="2631" marT="2631" marB="26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9344334"/>
                  </a:ext>
                </a:extLst>
              </a:tr>
              <a:tr h="531716"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buNone/>
                      </a:pPr>
                      <a:endParaRPr lang="en-IN" sz="14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2631" marR="2631" marT="2631" marB="26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Sovereign Gold Bonds (SGBs)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31" marR="2631" marT="2631" marB="26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8 years (exit after 5 yrs)</a:t>
                      </a:r>
                    </a:p>
                  </a:txBody>
                  <a:tcPr marL="2631" marR="2631" marT="2631" marB="26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Gold price-linked + 2.5% interest</a:t>
                      </a:r>
                    </a:p>
                  </a:txBody>
                  <a:tcPr marL="2631" marR="2631" marT="2631" marB="26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Interest taxable, maturity tax-free</a:t>
                      </a:r>
                    </a:p>
                  </a:txBody>
                  <a:tcPr marL="2631" marR="2631" marT="2631" marB="26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Tradable after 5 yrs</a:t>
                      </a:r>
                    </a:p>
                  </a:txBody>
                  <a:tcPr marL="2631" marR="2631" marT="2631" marB="26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Long-term gold investors</a:t>
                      </a:r>
                    </a:p>
                  </a:txBody>
                  <a:tcPr marL="2631" marR="2631" marT="2631" marB="26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80745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98851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C70D4A2-1FC0-25E7-35C1-9D12F1D7B8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8659210"/>
              </p:ext>
            </p:extLst>
          </p:nvPr>
        </p:nvGraphicFramePr>
        <p:xfrm>
          <a:off x="1167319" y="914400"/>
          <a:ext cx="10000036" cy="5544766"/>
        </p:xfrm>
        <a:graphic>
          <a:graphicData uri="http://schemas.openxmlformats.org/drawingml/2006/table">
            <a:tbl>
              <a:tblPr firstRow="1" firstCol="1" bandRow="1"/>
              <a:tblGrid>
                <a:gridCol w="2156906">
                  <a:extLst>
                    <a:ext uri="{9D8B030D-6E8A-4147-A177-3AD203B41FA5}">
                      <a16:colId xmlns:a16="http://schemas.microsoft.com/office/drawing/2014/main" val="3531984691"/>
                    </a:ext>
                  </a:extLst>
                </a:gridCol>
                <a:gridCol w="1491250">
                  <a:extLst>
                    <a:ext uri="{9D8B030D-6E8A-4147-A177-3AD203B41FA5}">
                      <a16:colId xmlns:a16="http://schemas.microsoft.com/office/drawing/2014/main" val="215722722"/>
                    </a:ext>
                  </a:extLst>
                </a:gridCol>
                <a:gridCol w="1270376">
                  <a:extLst>
                    <a:ext uri="{9D8B030D-6E8A-4147-A177-3AD203B41FA5}">
                      <a16:colId xmlns:a16="http://schemas.microsoft.com/office/drawing/2014/main" val="1424589146"/>
                    </a:ext>
                  </a:extLst>
                </a:gridCol>
                <a:gridCol w="1270376">
                  <a:extLst>
                    <a:ext uri="{9D8B030D-6E8A-4147-A177-3AD203B41FA5}">
                      <a16:colId xmlns:a16="http://schemas.microsoft.com/office/drawing/2014/main" val="381389818"/>
                    </a:ext>
                  </a:extLst>
                </a:gridCol>
                <a:gridCol w="1270376">
                  <a:extLst>
                    <a:ext uri="{9D8B030D-6E8A-4147-A177-3AD203B41FA5}">
                      <a16:colId xmlns:a16="http://schemas.microsoft.com/office/drawing/2014/main" val="1256496091"/>
                    </a:ext>
                  </a:extLst>
                </a:gridCol>
                <a:gridCol w="1270376">
                  <a:extLst>
                    <a:ext uri="{9D8B030D-6E8A-4147-A177-3AD203B41FA5}">
                      <a16:colId xmlns:a16="http://schemas.microsoft.com/office/drawing/2014/main" val="1472747150"/>
                    </a:ext>
                  </a:extLst>
                </a:gridCol>
                <a:gridCol w="1270376">
                  <a:extLst>
                    <a:ext uri="{9D8B030D-6E8A-4147-A177-3AD203B41FA5}">
                      <a16:colId xmlns:a16="http://schemas.microsoft.com/office/drawing/2014/main" val="3401766482"/>
                    </a:ext>
                  </a:extLst>
                </a:gridCol>
              </a:tblGrid>
              <a:tr h="696168"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Category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5" marR="5975" marT="5975" marB="59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Instrument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5" marR="5975" marT="5975" marB="59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Tenure / Lock-in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5" marR="5975" marT="5975" marB="59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Returns / Interest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5" marR="5975" marT="5975" marB="59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Tax Treatment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5" marR="5975" marT="5975" marB="59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Liquidity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5" marR="5975" marT="5975" marB="59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Suitable For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5" marR="5975" marT="5975" marB="59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8238076"/>
                  </a:ext>
                </a:extLst>
              </a:tr>
              <a:tr h="867137"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Government Securities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5" marR="5975" marT="5975" marB="59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T-Bills (91, 182, 364 days)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5" marR="5975" marT="5975" marB="59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&lt; 1 year</a:t>
                      </a:r>
                    </a:p>
                  </a:txBody>
                  <a:tcPr marL="5975" marR="5975" marT="5975" marB="59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Discounted yield</a:t>
                      </a:r>
                    </a:p>
                  </a:txBody>
                  <a:tcPr marL="5975" marR="5975" marT="5975" marB="59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Taxable</a:t>
                      </a:r>
                    </a:p>
                  </a:txBody>
                  <a:tcPr marL="5975" marR="5975" marT="5975" marB="59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High (tradable)</a:t>
                      </a:r>
                    </a:p>
                  </a:txBody>
                  <a:tcPr marL="5975" marR="5975" marT="5975" marB="59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Parking short-term funds</a:t>
                      </a:r>
                    </a:p>
                  </a:txBody>
                  <a:tcPr marL="5975" marR="5975" marT="5975" marB="59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0615625"/>
                  </a:ext>
                </a:extLst>
              </a:tr>
              <a:tr h="696168"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buNone/>
                      </a:pPr>
                      <a:endParaRPr lang="en-IN" sz="1600" kern="10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5975" marR="5975" marT="5975" marB="59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Govt. Bonds (1–40 yrs)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5" marR="5975" marT="5975" marB="59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Long-term</a:t>
                      </a:r>
                    </a:p>
                  </a:txBody>
                  <a:tcPr marL="5975" marR="5975" marT="5975" marB="59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Fixed coupon</a:t>
                      </a:r>
                    </a:p>
                  </a:txBody>
                  <a:tcPr marL="5975" marR="5975" marT="5975" marB="59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Taxable</a:t>
                      </a:r>
                    </a:p>
                  </a:txBody>
                  <a:tcPr marL="5975" marR="5975" marT="5975" marB="59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Tradable</a:t>
                      </a:r>
                    </a:p>
                  </a:txBody>
                  <a:tcPr marL="5975" marR="5975" marT="5975" marB="59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Safe, steady income</a:t>
                      </a:r>
                    </a:p>
                  </a:txBody>
                  <a:tcPr marL="5975" marR="5975" marT="5975" marB="59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9827218"/>
                  </a:ext>
                </a:extLst>
              </a:tr>
              <a:tr h="1380048"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Corporate Debt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5" marR="5975" marT="5975" marB="59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Bonds (secured)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5" marR="5975" marT="5975" marB="59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Varies</a:t>
                      </a:r>
                    </a:p>
                  </a:txBody>
                  <a:tcPr marL="5975" marR="5975" marT="5975" marB="59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Fixed coupon</a:t>
                      </a:r>
                    </a:p>
                  </a:txBody>
                  <a:tcPr marL="5975" marR="5975" marT="5975" marB="59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Taxable</a:t>
                      </a:r>
                    </a:p>
                  </a:txBody>
                  <a:tcPr marL="5975" marR="5975" marT="5975" marB="59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Moderate</a:t>
                      </a:r>
                    </a:p>
                  </a:txBody>
                  <a:tcPr marL="5975" marR="5975" marT="5975" marB="59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Investors seeking predictable income</a:t>
                      </a:r>
                    </a:p>
                  </a:txBody>
                  <a:tcPr marL="5975" marR="5975" marT="5975" marB="59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8802491"/>
                  </a:ext>
                </a:extLst>
              </a:tr>
              <a:tr h="1038108"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buNone/>
                      </a:pPr>
                      <a:endParaRPr lang="en-IN" sz="16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5975" marR="5975" marT="5975" marB="59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Debentures (often unsecured)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5" marR="5975" marT="5975" marB="59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Varies</a:t>
                      </a:r>
                    </a:p>
                  </a:txBody>
                  <a:tcPr marL="5975" marR="5975" marT="5975" marB="59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Higher coupon (riskier)</a:t>
                      </a:r>
                    </a:p>
                  </a:txBody>
                  <a:tcPr marL="5975" marR="5975" marT="5975" marB="59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Taxable</a:t>
                      </a:r>
                    </a:p>
                  </a:txBody>
                  <a:tcPr marL="5975" marR="5975" marT="5975" marB="59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Moderate</a:t>
                      </a:r>
                    </a:p>
                  </a:txBody>
                  <a:tcPr marL="5975" marR="5975" marT="5975" marB="59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Higher-risk fixed income</a:t>
                      </a:r>
                    </a:p>
                  </a:txBody>
                  <a:tcPr marL="5975" marR="5975" marT="5975" marB="59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0590251"/>
                  </a:ext>
                </a:extLst>
              </a:tr>
              <a:tr h="867137"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Employee / Retirement Savings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5" marR="5975" marT="5975" marB="59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Provident Fund (EPF/VPF)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5" marR="5975" marT="5975" marB="59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Till retirement</a:t>
                      </a:r>
                    </a:p>
                  </a:txBody>
                  <a:tcPr marL="5975" marR="5975" marT="5975" marB="59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8%+ (notified by govt.)</a:t>
                      </a:r>
                    </a:p>
                  </a:txBody>
                  <a:tcPr marL="5975" marR="5975" marT="5975" marB="59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EEE in many cases</a:t>
                      </a:r>
                    </a:p>
                  </a:txBody>
                  <a:tcPr marL="5975" marR="5975" marT="5975" marB="59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Restricted withdrawal</a:t>
                      </a:r>
                    </a:p>
                  </a:txBody>
                  <a:tcPr marL="5975" marR="5975" marT="5975" marB="59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Salaried, long-term savers</a:t>
                      </a:r>
                    </a:p>
                  </a:txBody>
                  <a:tcPr marL="5975" marR="5975" marT="5975" marB="59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83237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552638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3E3D3BF-FAF9-8B56-B9C8-24E58628BF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1116011"/>
              </p:ext>
            </p:extLst>
          </p:nvPr>
        </p:nvGraphicFramePr>
        <p:xfrm>
          <a:off x="959794" y="1019175"/>
          <a:ext cx="10272412" cy="5181599"/>
        </p:xfrm>
        <a:graphic>
          <a:graphicData uri="http://schemas.openxmlformats.org/drawingml/2006/table">
            <a:tbl>
              <a:tblPr firstRow="1" firstCol="1" bandRow="1"/>
              <a:tblGrid>
                <a:gridCol w="1440506">
                  <a:extLst>
                    <a:ext uri="{9D8B030D-6E8A-4147-A177-3AD203B41FA5}">
                      <a16:colId xmlns:a16="http://schemas.microsoft.com/office/drawing/2014/main" val="3662150665"/>
                    </a:ext>
                  </a:extLst>
                </a:gridCol>
                <a:gridCol w="1514475">
                  <a:extLst>
                    <a:ext uri="{9D8B030D-6E8A-4147-A177-3AD203B41FA5}">
                      <a16:colId xmlns:a16="http://schemas.microsoft.com/office/drawing/2014/main" val="442142047"/>
                    </a:ext>
                  </a:extLst>
                </a:gridCol>
                <a:gridCol w="1581150">
                  <a:extLst>
                    <a:ext uri="{9D8B030D-6E8A-4147-A177-3AD203B41FA5}">
                      <a16:colId xmlns:a16="http://schemas.microsoft.com/office/drawing/2014/main" val="2385955557"/>
                    </a:ext>
                  </a:extLst>
                </a:gridCol>
                <a:gridCol w="1476375">
                  <a:extLst>
                    <a:ext uri="{9D8B030D-6E8A-4147-A177-3AD203B41FA5}">
                      <a16:colId xmlns:a16="http://schemas.microsoft.com/office/drawing/2014/main" val="3888520501"/>
                    </a:ext>
                  </a:extLst>
                </a:gridCol>
                <a:gridCol w="1495425">
                  <a:extLst>
                    <a:ext uri="{9D8B030D-6E8A-4147-A177-3AD203B41FA5}">
                      <a16:colId xmlns:a16="http://schemas.microsoft.com/office/drawing/2014/main" val="3757828075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3176259928"/>
                    </a:ext>
                  </a:extLst>
                </a:gridCol>
                <a:gridCol w="1430981">
                  <a:extLst>
                    <a:ext uri="{9D8B030D-6E8A-4147-A177-3AD203B41FA5}">
                      <a16:colId xmlns:a16="http://schemas.microsoft.com/office/drawing/2014/main" val="3760736447"/>
                    </a:ext>
                  </a:extLst>
                </a:gridCol>
              </a:tblGrid>
              <a:tr h="696617"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Category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98" marR="6398" marT="6398" marB="6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Instrument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98" marR="6398" marT="6398" marB="6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Tenure / Lock-in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98" marR="6398" marT="6398" marB="6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Returns / Interest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98" marR="6398" marT="6398" marB="6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Tax Treatment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98" marR="6398" marT="6398" marB="6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Liquidity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98" marR="6398" marT="6398" marB="6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Suitable For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98" marR="6398" marT="6398" marB="6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8300733"/>
                  </a:ext>
                </a:extLst>
              </a:tr>
              <a:tr h="2236344"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Market-linked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98" marR="6398" marT="6398" marB="6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Mutual Funds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98" marR="6398" marT="6398" marB="6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Open-ended or close-ended</a:t>
                      </a:r>
                    </a:p>
                  </a:txBody>
                  <a:tcPr marL="6398" marR="6398" marT="6398" marB="6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Market-linked (equity/debt/ hybrid)</a:t>
                      </a:r>
                    </a:p>
                  </a:txBody>
                  <a:tcPr marL="6398" marR="6398" marT="6398" marB="6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Tax depends on fund type (Equity LTCG/STCG, Debt indexation rules)</a:t>
                      </a:r>
                    </a:p>
                  </a:txBody>
                  <a:tcPr marL="6398" marR="6398" marT="6398" marB="6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High (open-ended units redeemable)</a:t>
                      </a:r>
                    </a:p>
                  </a:txBody>
                  <a:tcPr marL="6398" marR="6398" marT="6398" marB="6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Goal-based investors</a:t>
                      </a:r>
                    </a:p>
                  </a:txBody>
                  <a:tcPr marL="6398" marR="6398" marT="6398" marB="6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0397086"/>
                  </a:ext>
                </a:extLst>
              </a:tr>
              <a:tr h="867697"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buNone/>
                      </a:pPr>
                      <a:endParaRPr lang="en-IN" sz="16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98" marR="6398" marT="6398" marB="6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Gold ETFs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98" marR="6398" marT="6398" marB="6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No lock-in</a:t>
                      </a:r>
                    </a:p>
                  </a:txBody>
                  <a:tcPr marL="6398" marR="6398" marT="6398" marB="6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Tracks gold price</a:t>
                      </a:r>
                    </a:p>
                  </a:txBody>
                  <a:tcPr marL="6398" marR="6398" marT="6398" marB="6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Tax as capital gains</a:t>
                      </a:r>
                    </a:p>
                  </a:txBody>
                  <a:tcPr marL="6398" marR="6398" marT="6398" marB="6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High (exchange traded)</a:t>
                      </a:r>
                    </a:p>
                  </a:txBody>
                  <a:tcPr marL="6398" marR="6398" marT="6398" marB="6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Diversification</a:t>
                      </a:r>
                    </a:p>
                  </a:txBody>
                  <a:tcPr marL="6398" marR="6398" marT="6398" marB="6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0657399"/>
                  </a:ext>
                </a:extLst>
              </a:tr>
              <a:tr h="1380941"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buNone/>
                      </a:pPr>
                      <a:endParaRPr lang="en-IN" sz="16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98" marR="6398" marT="6398" marB="6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Stocks (Equity)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98" marR="6398" marT="6398" marB="6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No lock-in</a:t>
                      </a:r>
                    </a:p>
                  </a:txBody>
                  <a:tcPr marL="6398" marR="6398" marT="6398" marB="6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Dividends + capital appreciation</a:t>
                      </a:r>
                    </a:p>
                  </a:txBody>
                  <a:tcPr marL="6398" marR="6398" marT="6398" marB="6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Tax on gains (LTCG/STCG)</a:t>
                      </a:r>
                    </a:p>
                  </a:txBody>
                  <a:tcPr marL="6398" marR="6398" marT="6398" marB="6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High (but volatile)</a:t>
                      </a:r>
                    </a:p>
                  </a:txBody>
                  <a:tcPr marL="6398" marR="6398" marT="6398" marB="6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60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High-risk, long-term wealth creation</a:t>
                      </a:r>
                    </a:p>
                  </a:txBody>
                  <a:tcPr marL="6398" marR="6398" marT="6398" marB="6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47734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143282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F8061-3410-BD5A-73DC-399C7C95A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Key Takeaways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87DF7D-6DE5-F1B0-13E7-39E833632F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300" y="2065867"/>
            <a:ext cx="10629899" cy="398145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There is no one-size-fits-all investment</a:t>
            </a:r>
            <a:r>
              <a:rPr lang="en-US" dirty="0"/>
              <a:t>. Every choice should be guided by three pillars: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b="1" dirty="0"/>
              <a:t>Your Goal</a:t>
            </a:r>
            <a:r>
              <a:rPr lang="en-US" dirty="0"/>
              <a:t> – what you are investing for,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b="1" dirty="0"/>
              <a:t>Your Time Horizon</a:t>
            </a:r>
            <a:r>
              <a:rPr lang="en-US" dirty="0"/>
              <a:t> – when you need the money, and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b="1" dirty="0"/>
              <a:t>Your Risk Tolerance</a:t>
            </a:r>
            <a:r>
              <a:rPr lang="en-US" dirty="0"/>
              <a:t> – how much uncertainty you are comfortable with.</a:t>
            </a:r>
          </a:p>
          <a:p>
            <a:r>
              <a:rPr lang="en-US" dirty="0"/>
              <a:t>By balancing safety, income, and growth, and by diversifying across different avenues, you can create a portfolio that not only protects your wealth but also helps it grow meaningfully over time.</a:t>
            </a:r>
          </a:p>
          <a:p>
            <a:r>
              <a:rPr lang="en-US" dirty="0"/>
              <a:t>Remember — the best investment strategy is not about chasing the highest return, but about choosing the </a:t>
            </a:r>
            <a:r>
              <a:rPr lang="en-US" b="1" dirty="0"/>
              <a:t>right instrument for the right purpose</a:t>
            </a:r>
            <a:r>
              <a:rPr lang="en-US" dirty="0"/>
              <a:t>. </a:t>
            </a:r>
          </a:p>
          <a:p>
            <a:r>
              <a:rPr lang="en-US" dirty="0"/>
              <a:t>As you move forward, always revisit your goals, review your investments regularly, and make informed decisions.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610037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2077</TotalTime>
  <Words>6005</Words>
  <Application>Microsoft Office PowerPoint</Application>
  <PresentationFormat>Widescreen</PresentationFormat>
  <Paragraphs>761</Paragraphs>
  <Slides>53</Slides>
  <Notes>2</Notes>
  <HiddenSlides>2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9" baseType="lpstr">
      <vt:lpstr>Aptos</vt:lpstr>
      <vt:lpstr>Arial</vt:lpstr>
      <vt:lpstr>Calibri</vt:lpstr>
      <vt:lpstr>Calibri Light</vt:lpstr>
      <vt:lpstr>Cambria Math</vt:lpstr>
      <vt:lpstr>Celestial</vt:lpstr>
      <vt:lpstr>A Perfect family…</vt:lpstr>
      <vt:lpstr>management</vt:lpstr>
      <vt:lpstr>Management principles</vt:lpstr>
      <vt:lpstr>PowerPoint Presentation</vt:lpstr>
      <vt:lpstr>PowerPoint Presentation</vt:lpstr>
      <vt:lpstr>PowerPoint Presentation</vt:lpstr>
      <vt:lpstr>PowerPoint Presentation</vt:lpstr>
      <vt:lpstr>Contd..</vt:lpstr>
      <vt:lpstr>Types of loans</vt:lpstr>
      <vt:lpstr>Home loan</vt:lpstr>
      <vt:lpstr>Key factors before taking a home loan</vt:lpstr>
      <vt:lpstr>Loans (Home, Car, Education, Personal, LAP, Gold/Jewellery) How to read any loan </vt:lpstr>
      <vt:lpstr>Automobile loan (Car Loan)</vt:lpstr>
      <vt:lpstr>Student / education loan</vt:lpstr>
      <vt:lpstr>Personal loan</vt:lpstr>
      <vt:lpstr>Home vs personal loan</vt:lpstr>
      <vt:lpstr>Mortgage loan against property / Jewel</vt:lpstr>
      <vt:lpstr>Mortgage loan against Property v/s jewel</vt:lpstr>
      <vt:lpstr>Cash advances and credit card</vt:lpstr>
      <vt:lpstr>CREDIT CARD</vt:lpstr>
      <vt:lpstr>Payday loan</vt:lpstr>
      <vt:lpstr>Debt consolidation</vt:lpstr>
      <vt:lpstr>Business loan</vt:lpstr>
      <vt:lpstr>Loans help you achieve goals but must be chosen wisely (look at interest, tenure, purpose). </vt:lpstr>
      <vt:lpstr>PowerPoint Presentation</vt:lpstr>
      <vt:lpstr>Calculate  EMI for a loan of Rs. 500000 at the annual rate of 12% for a period of 5yrs. Also calculate total money paid as interest on this loan.</vt:lpstr>
      <vt:lpstr>Calculate EMI for loan on of Rs 100000 at an annual rate of interest 10% for a term of 1yr. Calculate principal and interest amount paid for all the months.</vt:lpstr>
      <vt:lpstr>Calculate EMI for loan on of Rs 100000 at an annual rate of interest 10% for a term of 1yr. Calculate principal and interest amount paid for all the months.</vt:lpstr>
      <vt:lpstr>Calculate EMI for loan on of Rs 50,00000 at an annual rate of interest 10% for a term of 3yrs. Find outstanding balance at the end of I yr. If a prepayment of Rs 10,00000 is done after 12 months, what will be the impact on EMI and loan tenure.</vt:lpstr>
      <vt:lpstr>Insurance </vt:lpstr>
      <vt:lpstr>PowerPoint Presentation</vt:lpstr>
      <vt:lpstr>Life Insurance </vt:lpstr>
      <vt:lpstr>PowerPoint Presentation</vt:lpstr>
      <vt:lpstr>General insurance</vt:lpstr>
      <vt:lpstr>PowerPoint Presentation</vt:lpstr>
      <vt:lpstr>Special Insurance</vt:lpstr>
      <vt:lpstr>PowerPoint Presentation</vt:lpstr>
      <vt:lpstr>How to Choose the Right Insurance</vt:lpstr>
      <vt:lpstr>References (Images)</vt:lpstr>
      <vt:lpstr>Investments</vt:lpstr>
      <vt:lpstr>Investment Options</vt:lpstr>
      <vt:lpstr>The three core investing goals </vt:lpstr>
      <vt:lpstr>PowerPoint Presentation</vt:lpstr>
      <vt:lpstr>Step-by-step decision framework (practical)</vt:lpstr>
      <vt:lpstr>Choosing Instruments by Investment Horizon</vt:lpstr>
      <vt:lpstr>General Guidelines for Investment Allocations</vt:lpstr>
      <vt:lpstr>PowerPoint Presentation</vt:lpstr>
      <vt:lpstr>Investment Options</vt:lpstr>
      <vt:lpstr>PowerPoint Presentation</vt:lpstr>
      <vt:lpstr>PowerPoint Presentation</vt:lpstr>
      <vt:lpstr>PowerPoint Presentation</vt:lpstr>
      <vt:lpstr>PowerPoint Presentation</vt:lpstr>
      <vt:lpstr>Key Takeaways</vt:lpstr>
    </vt:vector>
  </TitlesOfParts>
  <Company>HP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Perfect happy family…</dc:title>
  <dc:creator>Manali Godse</dc:creator>
  <cp:lastModifiedBy>ABHISHEK PANDEY - 60019220110</cp:lastModifiedBy>
  <cp:revision>66</cp:revision>
  <dcterms:created xsi:type="dcterms:W3CDTF">2022-07-14T11:14:32Z</dcterms:created>
  <dcterms:modified xsi:type="dcterms:W3CDTF">2025-09-20T02:09:25Z</dcterms:modified>
</cp:coreProperties>
</file>